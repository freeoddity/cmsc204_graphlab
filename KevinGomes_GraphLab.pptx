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>
      <p:cViewPr varScale="1">
        <p:scale>
          <a:sx n="92" d="100"/>
          <a:sy n="92" d="100"/>
        </p:scale>
        <p:origin x="19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07:0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0 494 24575,'915'0'0,"-879"-2"0,62-10 0,-59 5 0,47-1 0,-27 9 0,-41 0 0,0-1 0,0 0 0,0-1 0,-1-1 0,1 0 0,0-2 0,-1 0 0,18-7 0,-12 2 0,1 2 0,-1 0 0,1 2 0,0 0 0,45-2 0,129 9 0,-82 1 0,686-3 0,-789-3 0,-20-3 0,-34-13 0,16 8 0,-156-118 0,71 53 0,74 46 0,-39-38 0,69 61 0,-1 0 0,0 0 0,0 1 0,-1 0 0,1 0 0,-1 1 0,-1 0 0,1 0 0,-1 1 0,-9-4 0,17 9 0,-1-1 0,1 0 0,0 1 0,0-1 0,0 1 0,0-1 0,0 1 0,0 0 0,-1-1 0,1 1 0,1 0 0,-1 0 0,0-1 0,0 1 0,0 0 0,0 0 0,1 0 0,-1 0 0,0 0 0,1 0 0,-1 1 0,1-1 0,-1 0 0,1 0 0,-1 0 0,1 0 0,0 1 0,0-1 0,0 0 0,-1 0 0,1 1 0,1 1 0,-3 42 0,5-28 0,1 1 0,0-1 0,2 0 0,0 0 0,1-1 0,0 1 0,1-1 0,1-1 0,1 0 0,12 16 0,36 63 0,34 73 0,-64-119 0,18 16 0,-35-51 0,-1 0 0,-1 1 0,0 0 0,12 25 0,-11-13 0,-7-16 0,1 0 0,0 0 0,0 0 0,1-1 0,0 0 0,1 0 0,0 0 0,8 9 0,-14-18 0,1 1 0,-1-1 0,1 1 0,-1-1 0,1 1 0,-1-1 0,1 1 0,-1-1 0,1 0 0,-1 1 0,1-1 0,0 0 0,-1 1 0,1-1 0,0 0 0,-1 0 0,1 0 0,0 0 0,-1 1 0,1-1 0,0 0 0,-1 0 0,1 0 0,0 0 0,-1-1 0,1 1 0,0 0 0,-1 0 0,1 0 0,0 0 0,0-1 0,10-20 0,-5-32 0,-6 51 0,0-96 0,-2 63 0,2 0 0,1 0 0,9-52 0,-4 51 24,2-54 0,-8 66-226,2 1 0,0 0 0,1 0 0,2 0 1,0 0-1,10-25 0,-5 28-6624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07:2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24575,'903'0'0,"-942"-46"0,-66-42 0,100 84 0,0 0 0,0 0 0,0 1 0,0 0 0,0 0 0,-1 0 0,0 0 0,1 1 0,-1 0 0,0 1 0,0-1 0,0 1 0,-9-1 0,12 2 0,0 0 0,1 0 0,-1 0 0,0 0 0,1 1 0,-1-1 0,0 1 0,1 0 0,-1-1 0,1 1 0,-1 0 0,1 1 0,-1-1 0,1 0 0,0 1 0,0-1 0,-1 1 0,1 0 0,0 0 0,1 0 0,-1 0 0,0 0 0,0 0 0,1 0 0,-1 0 0,1 1 0,0-1 0,0 1 0,0-1 0,0 1 0,0-1 0,0 5 0,-1 3 0,0 1 0,2-1 0,-1 0 0,1 1 0,1-1 0,-1 1 0,2-1 0,0 0 0,0 1 0,1-1 0,4 11 0,7 14 0,34 58 0,-44-87 0,3 9 0,2-2 0,-1 1 0,2-1 0,0-1 0,0 1 0,22 17 0,-30-29 0,0 0 0,0 0 0,0-1 0,0 1 0,0 0 0,0-1 0,0 0 0,0 1 0,0-1 0,0 0 0,0 0 0,1 0 0,-1-1 0,0 1 0,0 0 0,0-1 0,0 1 0,0-1 0,0 0 0,0 0 0,0 0 0,0 0 0,0 0 0,-1 0 0,1 0 0,0 0 0,-1-1 0,1 1 0,0-1 0,-1 1 0,2-4 0,6-4 0,-1-1 0,-1 0 0,12-20 0,13-47 75,-28 64-315,1-1 0,0 1 0,1 0 0,0 1 0,14-21 0,-2 14-6586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08:0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1 340 24575,'661'0'0,"-632"-1"0,-1-2 0,33-8 0,41-3 0,18 0 0,-77 7 0,51-2 0,-29 7 0,-1-4 0,69-14 0,-61-5 0,-57 18 0,0 1 0,-1 1 0,22-4 0,25 2 0,1 4 0,-1 1 0,80 10 0,-110-3 0,-27-3 0,0-1 0,0 0 0,1 0 0,-1 0 0,0-1 0,0 1 0,1-1 0,-1 0 0,0 0 0,1-1 0,-1 1 0,0-1 0,0 0 0,1 0 0,3-2 0,-7 2 0,-1 1 0,1-1 0,-1 1 0,0-1 0,1 1 0,-1-1 0,0 1 0,1-1 0,-1 0 0,0 1 0,0-1 0,0 0 0,0 1 0,0-1 0,1 1 0,-1-1 0,0 0 0,0 1 0,0-1 0,-1 0 0,1 1 0,0-1 0,0 0 0,0 1 0,0-1 0,-1 1 0,1-1 0,0 0 0,0 1 0,-1-1 0,1 1 0,-1-1 0,1 1 0,0-1 0,-1 1 0,1-1 0,-1 1 0,1 0 0,-1-1 0,1 1 0,-1 0 0,1-1 0,-1 1 0,0-1 0,-27-16 0,5 7 0,-4 0 0,1-2 0,0-1 0,1-2 0,-25-18 0,35 24 0,1 1 0,-1 0 0,0 1 0,-1 0 0,0 1 0,0 1 0,0 1 0,-1 0 0,-30-3 0,45 7 0,0-1 0,0 1 0,1 0 0,-1 0 0,0 0 0,1 0 0,-1 0 0,0 0 0,1 1 0,-1-1 0,0 0 0,1 1 0,-1-1 0,0 1 0,1 0 0,-1 0 0,1-1 0,-1 1 0,1 0 0,0 0 0,-1 0 0,1 1 0,0-1 0,0 0 0,0 0 0,0 1 0,0-1 0,0 0 0,0 1 0,0-1 0,0 1 0,1 0 0,-1-1 0,0 1 0,1-1 0,0 1 0,-1 0 0,1-1 0,0 1 0,0 3 0,0 7 0,0 0 0,1 0 0,0 0 0,6 21 0,-2-11 0,12 59 0,-10-51 0,-1 0 0,4 45 0,-10-53 0,-1-8 0,2-1 0,-1 1 0,2-1 0,3 19 0,-4-30 0,-1 0 0,0 0 0,1-1 0,0 1 0,-1 0 0,1 0 0,0 0 0,0-1 0,0 1 0,0 0 0,0-1 0,0 1 0,1-1 0,-1 0 0,0 1 0,1-1 0,-1 0 0,1 0 0,0 0 0,-1 0 0,1 0 0,0 0 0,0 0 0,-1 0 0,1-1 0,0 1 0,0-1 0,0 1 0,0-1 0,0 0 0,0 0 0,0 0 0,-1 0 0,1 0 0,0 0 0,0-1 0,2 1 0,11-5 0,-1 0 0,0-1 0,0 0 0,0-1 0,20-14 0,38-18 0,-52 29-12,-1-1-1,0-1 1,0-1-1,-2 0 1,32-31-1,-4 5-1277,-31 28-5536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08:45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0 337 24575,'32'-2'0,"0"-1"0,32-7 0,-30 4 0,54-3 0,-31 7 0,88-13 0,-64 6 0,-1 3 0,127 8 0,-69 0 0,526-2 0,-628 2 0,61 11 0,-58-7 0,48 2 0,490-7 0,-310-2 0,-280 1 0,0-1 0,0 0 0,0-1 0,0 0 0,0-1 0,0-1 0,1 0 0,0 0 0,0-2 0,0 1 0,-20-14 0,-12-9 0,1-3 0,-44-40 0,78 64 0,0 0 0,-1 1 0,0 0 0,0 1 0,0 0 0,0 0 0,-20-4 0,-36-17 0,-53-23 0,118 48 0,1 1 0,-1 0 0,0 0 0,0 0 0,0 0 0,1 0 0,-1 0 0,0 0 0,0 0 0,0 0 0,1 0 0,-1 0 0,0 1 0,0-1 0,1 0 0,-1 1 0,0-1 0,0 0 0,1 1 0,-1-1 0,0 1 0,1-1 0,-1 1 0,0-1 0,1 1 0,-1-1 0,1 1 0,-1 0 0,1-1 0,0 1 0,-1 0 0,1-1 0,-1 1 0,1 0 0,0 0 0,0-1 0,-1 1 0,1 0 0,0 0 0,0 0 0,0-1 0,0 1 0,0 0 0,0 0 0,0 0 0,0 0 0,0 49 0,0-41 0,5 367 0,-5-370 0,1 1 0,-1-1 0,1 0 0,0 0 0,0 0 0,1 0 0,-1 0 0,2 0 0,-1 0 0,0 0 0,1-1 0,0 1 0,1-1 0,-1 0 0,1 0 0,0 0 0,7 7 0,19 28 0,-25-32 0,0-1 0,0 0 0,0 0 0,1 0 0,0-1 0,13 11 0,-16-16 0,-1 1 0,1-1 0,0 0 0,0 0 0,0 0 0,0 0 0,0 0 0,0-1 0,0 1 0,0-1 0,0 0 0,1 0 0,-1 0 0,0 0 0,0 0 0,0-1 0,0 0 0,0 1 0,0-1 0,0 0 0,0-1 0,0 1 0,-1 0 0,5-3 0,8-5 0,-1 0 0,1-1 0,-1-1 0,-1 0 0,0-1 0,13-15 0,62-86 0,-37 44 0,24-47-1365,-64 100-5461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09:1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24575,'4'0'0,"55"0"0,-1 2 0,92 14 0,-107-8 0,-22-5 0,-2 0 0,1 2 0,32 11 0,-30-7 0,1-2 0,-1-1 0,1-1 0,0-1 0,39 3 0,121-8 0,-79-2 0,-51 4 0,-32 1 0,1-2 0,0 0 0,25-4 0,-43-1 0,-12-3 0,-18-5 0,25 12 0,-49-18 0,38 16 0,1-1 0,1-1 0,-1 1 0,1-1 0,-1-1 0,2 0 0,-1-1 0,1 1 0,-14-14 0,-53-48 0,49 46 0,-1-1 0,-39-25 0,66 48 0,1-1 0,-1 1 0,1 0 0,-1-1 0,1 1 0,-1 0 0,1 0 0,-1 0 0,1-1 0,-1 1 0,1 0 0,-1 0 0,1 0 0,-1 0 0,0 0 0,1 0 0,-1 0 0,1 0 0,-1 0 0,0 0 0,1 0 0,-1 0 0,1 0 0,-1 1 0,1-1 0,-1 0 0,1 0 0,-1 1 0,1-1 0,-1 1 0,-7 17 0,6 33 0,2-44 0,1 12 0,0 0 0,1 0 0,1-1 0,1 1 0,1-1 0,0 0 0,2 0 0,0-1 0,0 1 0,2-1 0,0-1 0,1 0 0,23 28 0,6 15 0,-28-40 0,0-1 0,20 22 0,-28-36 0,0-1 0,0 1 0,1-1 0,-1 0 0,1 0 0,0 0 0,0 0 0,0-1 0,1 0 0,-1 0 0,1 0 0,-1 0 0,1-1 0,-1 1 0,8 0 0,-7-2 0,0-1 0,0 1 0,0-1 0,0 0 0,0-1 0,0 1 0,0-1 0,-1 0 0,1 0 0,-1 0 0,1-1 0,-1 1 0,0-1 0,0 0 0,0-1 0,-1 1 0,1-1 0,-1 1 0,1-1 0,2-5 0,6-7 0,-1 0 0,-1-1 0,15-32 0,-9-2-1365,-12 28-5461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10:23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24575,'46'0'0,"21"1"0,0-3 0,97-15 0,-111 10 0,1 2 0,62 3 0,-61 2 0,0-2 0,57-10 0,-62 5 0,84 0 0,-85 6 0,92-13 0,-91 8 0,-1 1 0,1 3 0,50 4 0,72-3 0,-19-24 0,-145 24 0,1 0 0,-1-1 0,0 0 0,1 0 0,-1-1 0,13-5 0,-20 7 0,0 1 0,1-1 0,-1 0 0,0 0 0,1 1 0,-1-1 0,0 0 0,0 0 0,0 0 0,0 0 0,0-1 0,0 1 0,0 0 0,0 0 0,0 0 0,0-1 0,-1 1 0,1-1 0,0 1 0,-1 0 0,0-1 0,1 1 0,-1-1 0,0 1 0,1-1 0,-1 1 0,0-1 0,0 1 0,0-1 0,-1 1 0,1-1 0,0 1 0,0-1 0,-1 1 0,1-1 0,-1 1 0,0-1 0,1 1 0,-1 0 0,0-1 0,0 1 0,1 0 0,-1 0 0,0-1 0,0 1 0,-2-1 0,-4-5 0,-1 0 0,0 0 0,-1 1 0,0 0 0,-18-9 0,1 0 0,12 8 0,-1 0 0,0 1 0,-1 1 0,0 1 0,1 0 0,-1 1 0,0 0 0,-1 2 0,1 0 0,0 0 0,-1 2 0,-23 3 0,38-4 0,1 0 0,-1 0 0,1 0 0,-1 1 0,1-1 0,0 0 0,-1 1 0,1-1 0,-1 1 0,1-1 0,0 1 0,0 0 0,-1-1 0,1 1 0,0 0 0,0 0 0,0 0 0,-1 1 0,1-1 0,1 0 0,0-1 0,0 1 0,0 0 0,0 0 0,0-1 0,0 1 0,0 0 0,0-1 0,0 1 0,0 0 0,0 0 0,1-1 0,-1 1 0,0 0 0,1-1 0,-1 1 0,0 0 0,1-1 0,-1 1 0,0-1 0,1 1 0,-1-1 0,2 2 0,44 33 0,-37-29 0,148 109 0,-150-110 0,0 1 0,0 0 0,-1 0 0,0 0 0,0 0 0,-1 1 0,0 0 0,0 1 0,8 15 0,10 15 0,-22-36 0,0 0 0,1 0 0,-1 0 0,1 0 0,-1 0 0,1 0 0,0 0 0,0-1 0,0 1 0,0-1 0,0 1 0,0-1 0,0 0 0,1 0 0,-1 0 0,0 0 0,1 0 0,-1 0 0,0-1 0,1 1 0,-1-1 0,1 0 0,-1 0 0,1 0 0,-1 0 0,1 0 0,-1 0 0,1-1 0,-1 1 0,1-1 0,-1 1 0,1-1 0,-1 0 0,0 0 0,0 0 0,1-1 0,-1 1 0,0 0 0,0-1 0,0 1 0,0-1 0,2-3 0,5-3 0,0-1 0,0 0 0,-1 0 0,-1-1 0,0 0 0,0-1 0,8-18 0,25-78 116,-17 41-1597,-15 46-5345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10:2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24575,'0'0'0,"5"0"0,1-10 0,5-3 0,10 0 0,2-2 0,2 2 0,-4 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10:26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24575,'15'-1'0,"-1"-1"0,1 0 0,19-6 0,31-5 0,394 8 0,-251 7 0,350-2 0,-544-1 0,1-1 0,-1 0 0,0-1 0,0-1 0,0 0 0,17-8 0,-14 5 0,-1 2 0,1-1 0,35-4 0,274 5 0,-169 9 0,-54-7 0,-46 1 0,66 6 0,-170-15 0,-85-30 0,18-12 0,11 18 0,110 38 0,0 1 0,-1 1 0,1-1 0,-1 1 0,0 0 0,0 0 0,-1 1 0,0 0 0,0 0 0,0 0 0,0 1 0,-1-1 0,5 13 0,1 4 0,-4-7 0,0 0 0,2-1 0,0 1 0,0-2 0,2 1 0,15 19 0,-14-21 0,-8-10 0,-1 0 0,1 1 0,0-1 0,0-1 0,0 1 0,0 0 0,0-1 0,4 3 0,-5-4 0,0-1 0,0 0 0,-1 1 0,1-1 0,0 0 0,0 0 0,-1 0 0,1 0 0,0 0 0,0 0 0,-1 0 0,1-1 0,0 1 0,-1-1 0,1 1 0,0-1 0,-1 0 0,1 1 0,-1-1 0,1 0 0,-1 0 0,1 0 0,1-3 0,23-16 0,-2-1 0,40-46 0,34-56-1365,-91 113-5461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10:29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24575,'9'1'0,"0"0"0,-1 1 0,1 0 0,0 0 0,-1 1 0,1 0 0,-1 1 0,8 4 0,-5-2 0,0-1 0,0-1 0,1 0 0,13 3 0,43 0 0,-1-2 0,112-8 0,-45-1 0,1158 5 0,-1255 0 0,61 12 0,-59-6 0,46 1 0,185-11 0,-280 0 0,0 0 0,0-1 0,1-1 0,-1 0 0,1 0 0,0-1 0,1 0 0,-13-11 0,13 10 0,-1 1 0,1-1 0,-1 1 0,0 1 0,-1 0 0,1 0 0,-1 1 0,-15-5 0,-35-3 0,-1 2 0,0 3 0,-79 1 0,71 5 0,26-1 0,-60 7 0,103-5 0,0 0 0,0 0 0,0 0 0,0 0 0,0 0 0,0 0 0,-1 0 0,1 0 0,0 0 0,0 0 0,0 0 0,0 0 0,0 0 0,-1 0 0,1 0 0,0 0 0,0 0 0,0 0 0,0 0 0,0 0 0,0 0 0,0 1 0,-1-1 0,1 0 0,0 0 0,0 0 0,0 0 0,0 0 0,0 0 0,0 0 0,0 1 0,0-1 0,0 0 0,0 0 0,0 0 0,0 0 0,0 0 0,0 0 0,0 1 0,0-1 0,0 0 0,0 0 0,0 0 0,0 0 0,0 0 0,0 1 0,0-1 0,0 0 0,0 0 0,0 0 0,0 0 0,0 0 0,0 0 0,0 1 0,0-1 0,0 0 0,0 0 0,0 0 0,0 0 0,1 0 0,-1 0 0,0 0 0,0 0 0,0 1 0,14 10 0,30 15 0,-34-21 0,188 103 0,-134-64 0,-46-31 0,1 0 0,0-1 0,0-1 0,29 11 0,-5-1 0,-37-18 0,0 1 0,0-1 0,0 0 0,0-1 0,1 1 0,-1-1 0,13 2 0,-16-4 0,0-1 0,0 1 0,-1-1 0,1 1 0,0-1 0,0 0 0,-1 0 0,1 0 0,-1 0 0,1 0 0,-1-1 0,1 1 0,-1-1 0,0 0 0,0 1 0,1-1 0,-1 0 0,-1 0 0,1-1 0,0 1 0,0 0 0,-1-1 0,3-4 0,10-14 0,0-1 0,-2-1 0,0 0 0,-1-1 0,13-45 0,2-35-1365,-24 90-5461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10:31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24575,'592'0'0,"-557"2"0,64 11 0,-62-6 0,50 1 0,432-9 0,-483 0 0,62-13 0,-60 8 0,49-3 0,464 10 0,-538-1 0,0 0 0,0 1 0,0 0 0,-1 1 0,1 1 0,-1 0 0,13 5 0,-23-5 0,-10-1 0,-13-2 0,2-8 0,0-1 0,0 0 0,1-1 0,1-1 0,-18-14 0,-4-1 0,-12-10 0,37 24 0,-2 1 0,0 1 0,0 0 0,-1 1 0,0 1 0,-26-9 0,-38 3 0,66 13 0,0-1 0,0-1 0,0 0 0,0-1 0,-18-7 0,29 9 0,-6-3 0,1 1 0,-1 0 0,0 1 0,0 0 0,-17-3 0,25 6 0,0 0 0,0 0 0,0 0 0,0 0 0,0 0 0,0 0 0,0 1 0,0-1 0,0 1 0,0-1 0,1 1 0,-1 0 0,0 0 0,0-1 0,1 2 0,-1-1 0,0 0 0,1 0 0,-1 0 0,1 1 0,-1-1 0,1 1 0,0-1 0,0 1 0,-1-1 0,1 1 0,0 0 0,1 0 0,-1-1 0,0 1 0,0 0 0,1 0 0,-1 0 0,1 0 0,0 0 0,-1 3 0,0 2 0,0 0 0,1 0 0,0 0 0,0 0 0,0 0 0,1 0 0,0 0 0,1 0 0,-1 0 0,1 0 0,1-1 0,4 11 0,4 3 0,0 0 0,23 28 0,-24-36 0,-1 1 0,0 0 0,-1 0 0,0 1 0,-1 0 0,9 27 0,-13-29 0,-1-1 0,1-1 0,0 1 0,0-1 0,1 0 0,0 0 0,9 15 0,-11-23 0,0 1 0,0-1 0,1 0 0,-1 0 0,0 0 0,1 0 0,0 0 0,-1 0 0,1-1 0,0 1 0,0-1 0,0 0 0,-1 0 0,2 0 0,-1 0 0,0-1 0,0 1 0,0-1 0,0 0 0,0 0 0,0 0 0,0 0 0,1 0 0,-1-1 0,0 1 0,0-1 0,5-2 0,6-2 0,0 0 0,0-2 0,-1 1 0,0-2 0,19-12 0,28-17 0,-35 24 0,-1-2 0,25-19 0,-27 17 0,1 2 0,28-15 0,-29 18-32,-2 0-1,37-30 0,-27 19-1234,-11 8-5559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18:3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24575,'-2'23'0,"0"0"0,-8 35 0,-4 34 0,12-74 0,-1-1 0,-1 0 0,0 0 0,-12 29 0,9-28 0,1 1 0,1 0 0,-6 33 0,7 297 0,7-179 0,-3 976 0,-2-1114 0,-1 0 0,-2-1 0,-13 46 0,-6 44 0,19-98 0,0-1 0,-1 0 0,-13 31 0,-6 18 0,-4 59 0,20-84 0,-2 1 0,-24 63 0,26-86 0,2 1 0,0-1 0,2 1 0,0 0 0,-1 36 0,4-6 0,8 78 0,8-46 0,1 10 0,-13-83 0,0 0 0,1 0 0,1-1 0,0 1 0,8 17 0,-5-15 0,-1 1 0,-1-1 0,3 19 0,3 95 108,-9-83-845,8 48 1,-5-67-6090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18:57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1907 24575,'51'-14'0,"-24"5"0,12-3 0,0-1 0,0-2 0,-2-2 0,69-41 0,-97 53 0,1 1 0,0 0 0,0 0 0,0 1 0,16-2 0,-18 3 0,0 1 0,-1-1 0,1 0 0,-1-1 0,1 1 0,-1-2 0,0 1 0,0-1 0,10-7 0,30-35 0,-35 32 0,1 1 0,1 1 0,0 0 0,17-11 0,-17 14 0,-1-1 0,1-1 0,-1 0 0,-1-1 0,19-23 0,46-75 0,0 1 0,-68 97 0,1 1 0,0 0 0,1 0 0,0 1 0,1 1 0,23-16 0,151-89 0,-160 98 0,10-7 0,0 1 0,2 2 0,44-16 0,-70 31 0,0-1 0,0-1 0,0 0 0,-1-1 0,0 0 0,19-18 0,-19 16 0,1 0 0,0 0 0,0 1 0,1 1 0,14-7 0,-5 3 0,0 0 0,-2-1 0,0-1 0,27-24 0,8-6 0,-30 27 0,-17 12 0,0 0 0,0-1 0,-1 0 0,0-1 0,10-10 0,21-19 0,-30 30 0,-1-1 0,1 0 0,12-15 0,16-23 0,72-69 0,-94 100 0,41-42 0,-25 23 0,2 2 0,65-51 0,118-49 0,-159 95-1365,-35 19-5461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0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24575,'0'2068'-1365,"0"-2037"-5461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2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32 24575,'-1'-2'0,"1"1"0,-1 0 0,1-1 0,-1 1 0,0 0 0,1 0 0,-1 0 0,0 0 0,0 0 0,0-1 0,0 2 0,0-1 0,0 0 0,0 0 0,0 0 0,0 0 0,-1 1 0,1-1 0,0 0 0,0 1 0,-1-1 0,1 1 0,0 0 0,-1-1 0,1 1 0,0 0 0,-3 0 0,-44-6 0,43 6 0,-13-2 0,0 2 0,0 0 0,1 1 0,-1 1 0,0 0 0,-22 7 0,35-7 0,0-1 0,0 1 0,0 0 0,1 0 0,-1 0 0,1 1 0,0 0 0,0-1 0,-1 2 0,2-1 0,-1 0 0,0 1 0,1 0 0,0 0 0,-1 0 0,2 0 0,-1 0 0,0 0 0,1 1 0,0 0 0,0-1 0,0 1 0,1 0 0,-1 0 0,1 0 0,-1 7 0,2-6 0,-1 1 0,1-1 0,0 0 0,0 0 0,0 0 0,1 0 0,0 0 0,0 0 0,1 0 0,0 0 0,0 0 0,5 10 0,-1-7 0,1 0 0,0-1 0,0 1 0,1-1 0,0-1 0,12 9 0,-11-8 0,0 1 0,-1-1 0,0 2 0,-1-1 0,0 1 0,-1 0 0,0 0 0,0 0 0,-1 1 0,0 0 0,3 12 0,-6-17 0,0 0 0,-1 1 0,1-1 0,-1 1 0,0-1 0,-1 1 0,0 0 0,0-1 0,0 1 0,-1 0 0,0-1 0,0 1 0,0-1 0,-1 0 0,0 1 0,-1-1 0,1 0 0,-1 0 0,0 0 0,-7 9 0,6-11-59,1-1 0,-1 0-1,1 0 1,-1 0-1,0 0 1,0-1 0,0 0-1,0 1 1,-1-2 0,1 1-1,0 0 1,-1-1 0,0 0-1,1 0 1,-1 0-1,0-1 1,1 1 0,-1-1-1,0 0 1,1-1 0,-1 1-1,-5-2 1,-8-4-6767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0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24575,'2'93'0,"-5"104"0,0-177 0,-1 1 0,-1-1 0,-11 30 0,9-32 0,1 0 0,1 1 0,1-1 0,-3 29 0,6-19-1365,1-4-5461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24575,'5'0'0,"6"0"0,7 0 0,4 0 0,5 0 0,1 0 0,2 0 0,-5 5 0,-1 1 0,-1 1 0,2-2 0,-4-1-8191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2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32 24575,'3'1'0,"1"0"0,0 1 0,-1-1 0,1 1 0,-1-1 0,1 1 0,-1 0 0,0 0 0,5 4 0,13 8 0,-16-12 0,-1-1 0,0 1 0,1-1 0,0 0 0,-1 0 0,1-1 0,-1 1 0,1-1 0,4 0 0,-7 0 0,-1 0 0,0 0 0,0-1 0,0 1 0,0 0 0,0 0 0,1-1 0,-1 1 0,0 0 0,0-1 0,0 1 0,0-1 0,0 1 0,0-1 0,0 0 0,0 1 0,0-1 0,-1 0 0,1 0 0,0 0 0,0 0 0,-1 0 0,1 0 0,0 0 0,-1 0 0,1 0 0,-1 0 0,1 0 0,-1 0 0,0 0 0,1 0 0,-1 0 0,0 0 0,0 0 0,0-1 0,0 1 0,0 0 0,0 0 0,0 0 0,0 0 0,-1-3 0,0 2 0,0 0 0,0-1 0,-1 1 0,1 0 0,-1 0 0,1 0 0,-1 0 0,0 0 0,0 0 0,1 0 0,-1 1 0,-1-1 0,1 1 0,0-1 0,0 1 0,-1 0 0,1 0 0,0 0 0,-1 0 0,1 0 0,-1 1 0,1-1 0,-1 1 0,0 0 0,-2-1 0,-2 0 0,0 0 0,0 1 0,-1 0 0,1 0 0,0 0 0,0 1 0,-1 0 0,-6 2 0,11-1 0,-1 0 0,1 0 0,0 1 0,0-1 0,0 1 0,0 0 0,0 0 0,1 0 0,-1 0 0,1 0 0,0 1 0,0-1 0,0 1 0,0-1 0,1 1 0,-1 0 0,1 0 0,0 0 0,0-1 0,0 1 0,1 0 0,0 0 0,0 8 0,-1 3 0,1-1 0,0 0 0,1 0 0,1 0 0,6 22 0,-6-28 8,1 0 0,1-1 0,-1 1 0,1-1 0,1 0 0,-1 0 0,1 0 0,0-1 0,1 0 0,-1 0 0,1 0 0,1-1 0,-1 0 0,10 6 0,-12-8-63,0-1 0,0 0 0,0 0 0,0 0 0,0 0 0,1-1 0,-1 1 0,0-1 0,1 0 0,-1-1 0,1 1 0,0-1 0,-1 0 0,1 0 0,-1 0 0,1-1 0,-1 1 0,1-1 0,-1 0 0,1-1 0,-1 1 0,0-1 0,1 0 0,-1 0 0,0 0 0,6-5 0,4-5-6771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59 168 24575,'0'27'0,"-2"0"0,-1 1 0,-10 44 0,2-5 0,14-109 0,-4-58 0,-1 21 0,2 64 0,1-1 0,0 1 0,1 0 0,1 0 0,8-23 0,-10 34 0,0 1 0,1-1 0,0 0 0,0 1 0,0-1 0,0 1 0,1 0 0,-1 0 0,1 0 0,0 0 0,5-4 0,-6 5 0,0 1 0,1 0 0,-1 0 0,0 0 0,1 0 0,-1 1 0,0-1 0,1 0 0,-1 1 0,1 0 0,-1 0 0,1 0 0,-1 0 0,1 0 0,-1 0 0,1 0 0,-1 1 0,1 0 0,-1-1 0,4 3 0,-2-2 0,-1 1 0,0 0 0,-1 0 0,1 1 0,0-1 0,-1 0 0,1 1 0,-1 0 0,0-1 0,0 1 0,0 0 0,0 0 0,0 0 0,-1 1 0,1-1 0,-1 0 0,0 1 0,0-1 0,0 0 0,0 1 0,-1-1 0,1 6 0,1 7 0,-1-1 0,-1 1 0,-3 26 0,3-39 4,-1 0 0,1 0 0,-1 0-1,0 0 1,0 0 0,0-1 0,0 1-1,0 0 1,-1 0 0,0-1 0,1 1 0,-1-1-1,0 1 1,0-1 0,0 0 0,0 0-1,-1 0 1,1 0 0,-1 0 0,1 0 0,-1-1-1,1 1 1,-1-1 0,0 0 0,0 0-1,0 0 1,0 0 0,0 0 0,-3 0 0,-9 1-259,1-1 0,-1 0 0,0-1 0,-23-2 0,33 1 51,-8 0-6622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5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24575,'22'61'0,"-15"-3"0,-3 1 0,-6 109 0,-1-50 0,3-4-1365,0-89-5461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14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1814 24575,'1'-3'0,"0"0"0,1 1 0,-1-1 0,1 0 0,0 1 0,-1-1 0,1 1 0,1-1 0,-1 1 0,0 0 0,0 0 0,1 0 0,-1 0 0,1 1 0,5-4 0,1-1 0,31-19 0,1 2 0,1 1 0,70-24 0,-62 25 0,27-8 0,57-27 0,61-44 0,-127 67 0,-50 25 0,-1 1 0,0-2 0,-1 0 0,18-14 0,-10 4 0,1 2 0,1 0 0,0 1 0,1 2 0,40-16 0,-57 27 0,5-2 0,0-1 0,0 0 0,-1-1 0,0-1 0,0 0 0,-1 0 0,21-18 0,-20 13 0,0 2 0,29-17 0,17-14 0,-30 15 0,-21 18 0,0 1 0,0 0 0,0 1 0,1 0 0,0 0 0,0 1 0,15-6 0,4-1 0,0-1 0,-1-1 0,-1-1 0,0-2 0,-2-1 0,0-1 0,-1-1 0,29-32 0,-40 41 0,0 1 0,0 0 0,1 1 0,1 1 0,0 0 0,24-10 0,-21 10 0,0 0 0,0-2 0,-1 0 0,18-15 0,-8 1 0,-4 4 0,0 1 0,49-34 0,-38 30 0,-27 19 0,0-1 0,0 1 0,1 1 0,15-8 0,2 0 0,-1-1 0,0-1 0,-1-2 0,0 0 0,27-26 0,18-13 0,183-146 0,-239 192-195,-1-1 0,0 0 0,-1-1 0,0 0 0,-1 0 0,11-18 0,-14 19-6631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1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24575,'0'552'0,"-2"-517"0,-11 63 0,7-61 0,-3 52 0,7 837 0,5-449 0,-3-461 0,1-1 0,-1 0 0,-1 0 0,0 0 0,-1 0 0,0 0 0,-1 0 0,-1-1 0,-7 20 0,-12 26 0,4 1 0,-23 114 0,37-151 0,-27 118 0,7-77 0,19-52 0,0-1 0,1 1 0,1 0 0,-3 16 0,0 33 0,3 0 0,7 96 0,0-38 0,-1-95 13,0 1 0,8 32 0,-1-10-1417,-5-22-5422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24575,'-162'135'0,"155"-128"0,-6 5 0,0 1 0,1 0 0,0 1 0,1 0 0,-10 17 0,19-26 0,-1 0 0,1 1 0,0-1 0,1 0 0,-1 1 0,1-1 0,0 1 0,0 0 0,1-1 0,-1 1 0,1 0 0,1 0 0,-1-1 0,1 1 0,0 0 0,0-1 0,1 1 0,-1-1 0,1 0 0,4 9 0,-2-9 0,-1 0 0,1 0 0,-1 0 0,1-1 0,1 1 0,-1-1 0,0 0 0,1 0 0,0-1 0,0 1 0,10 4 0,70 30 0,-46-23 0,-32-12 0,1 1 0,-1-1 0,0 1 0,0 0 0,-1 1 0,1 0 0,-1 0 0,11 11 0,-13-11 0,-1 0 0,0 0 0,-1 1 0,1-1 0,-1 1 0,0-1 0,0 1 0,-1 0 0,1-1 0,-1 1 0,-1 0 0,1 12 0,0-5 0,0-2 0,-1 1 0,0 0 0,-1 0 0,0 0 0,-3 12 0,3-21 0,1-1 0,-1 1 0,0 0 0,-1 0 0,1-1 0,0 1 0,-1-1 0,1 1 0,-1-1 0,0 0 0,0 0 0,0 1 0,0-1 0,0 0 0,-1-1 0,1 1 0,0 0 0,-1-1 0,1 1 0,-1-1 0,0 0 0,1 0 0,-1 0 0,0 0 0,-5 0 0,-13 2 0,1-1 0,-1 0 0,0-2 0,0-1 0,-38-6 0,59 7-36,-1 0 0,1 0 0,-1 0 1,1 0-1,-1 0 0,1 0 0,-1 0 0,1 0 0,-1 0 0,1-1 0,0 1 0,-1 0 0,1 0 0,-1 0 0,1-1 0,-1 1 0,1 0 1,0-1-1,-1 1 0,1 0 0,0-1 0,-1 1 0,1 0 0,0-1 0,-1 1 0,1-1 0,0 1 0,0-1 0,-1 1 0,1 0 0,0-1 1,0 1-1,0-1 0,0 1 0,0-1 0,0 1 0,0-2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24575,'1'0'0,"1"1"0,-1-1 0,0 1 0,0 0 0,0-1 0,1 1 0,-1 0 0,0 0 0,0 0 0,0 0 0,0 0 0,0 0 0,0 0 0,-1 0 0,1 0 0,0 0 0,0 0 0,-1 1 0,1-1 0,-1 0 0,1 0 0,-1 1 0,0-1 0,1 0 0,-1 1 0,0-1 0,0 3 0,5 43 0,-4-41 0,1 36 0,-1-8 0,2-1 0,9 47 0,-8-58 30,-1-1-1,-2 1 0,0 34 1,-2-35-401,1-1 0,1 0 1,7 40-1,-2-41-6455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3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24575,'0'-5'0,"5"-2"0,6 1 0,7 0 0,-1-2 0,3-1 0,2 2 0,-2-3 0,0-1 0,2 3 0,1-3 0,-2 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24575,'2'-2'0,"0"-1"0,0 1 0,0 0 0,0 0 0,0 0 0,0 0 0,1 0 0,-1 0 0,1 0 0,-1 1 0,1-1 0,0 1 0,-1 0 0,1-1 0,3 1 0,20-14 0,-20 10 0,-1-1 0,0 0 0,0 0 0,-1 0 0,0 0 0,0-1 0,0 0 0,3-10 0,-6 15 0,1-1 0,-1 0 0,-1 1 0,1-1 0,0 0 0,-1 0 0,1 0 0,-1 1 0,0-1 0,0 0 0,0 0 0,0 0 0,-1 0 0,1 0 0,-1 1 0,1-1 0,-1 0 0,0 0 0,0 1 0,0-1 0,-1 1 0,1-1 0,-1 1 0,-3-5 0,4 6 0,1 0 0,-1 0 0,0 0 0,0 1 0,0-1 0,0 0 0,0 1 0,0-1 0,0 0 0,-1 1 0,1-1 0,0 1 0,0-1 0,0 1 0,-1 0 0,1 0 0,0-1 0,0 1 0,-1 0 0,1 0 0,0 0 0,0 0 0,-1 1 0,1-1 0,0 0 0,0 0 0,0 1 0,-1-1 0,1 1 0,0-1 0,0 1 0,0-1 0,0 1 0,0 0 0,0 0 0,0-1 0,0 1 0,0 0 0,0 0 0,0 0 0,1 0 0,-1 0 0,0 0 0,1 0 0,-2 2 0,-1 2 0,0 1 0,0-1 0,0 1 0,0 0 0,1 0 0,0 0 0,-1 10 0,-1 21 0,2 0 0,1 1 0,7 57 0,-5-89 0,0-1 0,1 1 0,0-1 0,0 1 0,1-1 0,-1 0 0,1 0 0,0 0 0,1 0 0,-1 0 0,1-1 0,0 0 0,0 0 0,0 0 0,1 0 0,-1 0 0,1-1 0,0 0 0,8 4 0,-7-3 0,0-1 0,0-1 0,0 1 0,0-1 0,0 0 0,0 0 0,1-1 0,-1 0 0,1 0 0,-1 0 0,1-1 0,0 0 0,-1 0 0,1-1 0,-1 0 0,1 0 0,5-2 0,-8 1 0,-1 0 0,1 0 0,-1 0 0,0-1 0,0 1 0,0-1 0,0 1 0,0-1 0,-1 0 0,1-1 0,-1 1 0,0 0 0,0 0 0,0-1 0,2-6 0,20-64 0,-16 41 0,-1 11-1365,-2 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1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31 233 24575,'-2'0'0,"1"1"0,-1 0 0,1-1 0,0 1 0,-1 0 0,1 0 0,0 0 0,0 0 0,0 0 0,0 0 0,0 0 0,0 1 0,0-1 0,0 0 0,0 0 0,0 1 0,1-1 0,-1 1 0,0-1 0,1 1 0,-1-1 0,1 1 0,0-1 0,0 1 0,-1-1 0,1 1 0,0 1 0,-3 44 0,4-30 0,1 0 0,8 28 0,3 26 0,-9-40 0,1 0 0,13 41 0,-17-71 0,-1-33 0,0 22 0,1-1 0,-1 1 0,-1-1 0,-1-10 0,-25-136 0,14 87 0,8 46 0,1 0 0,-2-32 0,6 39 0,0-1 0,1 1 0,0-1 0,2 1 0,4-18 0,-7 33 0,0-1 0,1 1 0,0-1 0,0 1 0,0-1 0,0 1 0,0 0 0,0-1 0,0 1 0,1 0 0,-1 0 0,1 0 0,0 0 0,0 0 0,-1 0 0,1 0 0,0 1 0,1-1 0,-1 1 0,0-1 0,0 1 0,1 0 0,-1 0 0,0 0 0,1 0 0,-1 1 0,1-1 0,-1 0 0,1 1 0,-1 0 0,1 0 0,0 0 0,-1 0 0,1 0 0,-1 0 0,1 0 0,0 1 0,-1 0 0,1-1 0,-1 1 0,0 0 0,1 0 0,3 2 0,-3 0 0,1-1 0,-1 1 0,1 0 0,-1-1 0,0 1 0,0 1 0,0-1 0,-1 0 0,1 1 0,-1-1 0,0 1 0,0 0 0,0 0 0,0 0 0,-1 0 0,1 0 0,-1 0 0,0 0 0,0 1 0,-1-1 0,1 0 0,-1 5 0,1 12 0,0-1 0,-2 1 0,-3 23 0,3-34-105,0 0 0,-1-1 0,-1 1 0,0-1 0,0 1 0,-1-1 0,0 0 0,0-1 0,-1 1 0,0-1 0,0 0 0,-8 8 0,1-4-6721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24575,'3'-1'0,"0"-1"0,-1 1 0,1-1 0,-1 0 0,1 0 0,-1 0 0,0 0 0,0 0 0,0-1 0,0 1 0,0-1 0,0 1 0,-1-1 0,3-4 0,13-17 0,-8 17 0,1 0 0,0 0 0,-1 1 0,2 0 0,-1 1 0,1 0 0,14-4 0,-18 7 0,0 0 0,0 0 0,-1 1 0,1 0 0,0 0 0,0 1 0,0 0 0,0 0 0,0 1 0,0 0 0,0 0 0,0 0 0,10 4 0,-14-3 0,0 0 0,0 0 0,-1 0 0,1 0 0,0 0 0,-1 1 0,0-1 0,1 1 0,-1 0 0,0-1 0,0 1 0,-1 0 0,1 0 0,0 0 0,-1 1 0,0-1 0,0 0 0,0 1 0,0-1 0,0 0 0,-1 1 0,1 5 0,0 12 0,-1 1 0,-3 33 0,1-25 0,2-15 0,-2 0 0,1-1 0,-2 1 0,0-1 0,-5 16 0,6-24 0,0 0 0,-1 0 0,0 0 0,0-1 0,-1 1 0,0-1 0,0 0 0,0 0 0,0 0 0,-1-1 0,1 1 0,-1-1 0,0 0 0,-7 4 0,11-8 0,0 1 0,1-1 0,-1 1 0,0-1 0,0 0 0,1 1 0,-1-1 0,0 0 0,0 1 0,0-1 0,0 0 0,1 0 0,-1 0 0,0 1 0,0-1 0,0 0 0,0 0 0,0-1 0,1 1 0,-1 0 0,0 0 0,0 0 0,0 0 0,0-1 0,1 1 0,-1 0 0,-2-2 0,2 1 0,0 0 0,1 0 0,-1-1 0,0 1 0,0 0 0,0-1 0,1 1 0,-1-1 0,1 1 0,-1-1 0,1 1 0,0-1 0,-1 1 0,1-3 0,0-2 0,-1 0 0,1 0 0,1 0 0,-1 0 0,1 0 0,0 1 0,3-9 0,-2 11 0,0-1 0,0 1 0,0-1 0,1 1 0,0 0 0,-1 0 0,1 0 0,0 1 0,1-1 0,-1 1 0,0-1 0,1 1 0,-1 0 0,1 0 0,0 1 0,-1-1 0,1 1 0,0 0 0,0 0 0,0 0 0,0 0 0,5 1 0,14-2 0,-1 1 0,43 3 0,-32 0 0,400 0-1365,-408-2-5461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1 24575,'-21'0'0,"-8"-1"0,-56 8 0,76-6 0,-1 1 0,1 1 0,0 0 0,0 0 0,0 1 0,0 0 0,0 0 0,1 1 0,-15 11 0,-20 14 0,33-24 0,1 0 0,-1 1 0,1 0 0,0 1 0,1 0 0,0 0 0,-12 17 0,-7 10 0,22-29 0,0 1 0,0-1 0,1 1 0,-1 0 0,1 0 0,-4 12 0,7-16 0,0 1 0,1-1 0,-1 1 0,1 0 0,0-1 0,0 1 0,0 0 0,1-1 0,-1 1 0,1-1 0,0 1 0,0-1 0,0 1 0,0-1 0,1 0 0,0 1 0,-1-1 0,1 0 0,3 3 0,0 1 0,1-1 0,0 0 0,0 0 0,0 0 0,1-1 0,0 1 0,0-2 0,0 1 0,0-1 0,9 3 0,-8-3 0,0-1 0,-1 2 0,0-1 0,1 1 0,-2 0 0,1 0 0,-1 1 0,1-1 0,-1 2 0,9 11 0,-7-3 0,0 0 0,-1 0 0,0 0 0,6 25 0,-11-33 0,0 1 0,-1-1 0,1 1 0,-2-1 0,1 1 0,-1-1 0,0 1 0,-1-1 0,0 1 0,0-1 0,0 0 0,-4 10 0,3-12 0,-1-1 0,0 0 0,0-1 0,0 1 0,0 0 0,0-1 0,-1 1 0,1-1 0,-1 0 0,0-1 0,0 1 0,0 0 0,-1-1 0,1 0 0,0 0 0,-1 0 0,1-1 0,-1 0 0,0 0 0,-7 1 0,-11 2 0,-1-2 0,-39 0 0,62-2 0,-14 1 0,0-1 0,-1 0 0,1-1 0,-23-3 0,36 4 0,0 0 0,0-1 0,0 1 0,1 0 0,-1-1 0,0 1 0,1-1 0,-1 1 0,0-1 0,1 0 0,-1 0 0,1 1 0,-1-1 0,1 0 0,-1-1 0,1 1 0,-1 0 0,1 0 0,0-1 0,0 1 0,0 0 0,0-1 0,0 1 0,0-1 0,0 0 0,0 1 0,1-1 0,-1 1 0,1-1 0,-1 0 0,1 0 0,0 1 0,-1-1 0,1 0 0,0 0 0,0 0 0,0 1 0,1-4 0,16-23-806,-15 25 247,10-11-6267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6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24575,'0'38'0,"-1"1"0,-1-1 0,-13 61 0,-15 75 0,7-82-1365,17-74-5461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24575,'5'0'0,"6"0"0,7 0 0,5 0 0,3 0 0,2 0 0,2-5 0,0-1 0,-5-6 0,-1 1 0,-6-4 0,-5 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7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24575,'7'-1'0,"0"0"0,0 0 0,-1-1 0,1 1 0,-1-1 0,1-1 0,-1 1 0,0-1 0,1 0 0,-1-1 0,-1 1 0,1-1 0,-1 0 0,1-1 0,-1 1 0,0-1 0,-1 0 0,1-1 0,-1 1 0,0-1 0,-1 1 0,1-1 0,-1 0 0,0-1 0,0 1 0,-1 0 0,0-1 0,0 1 0,-1-1 0,1 0 0,-1 0 0,-1 0 0,0 1 0,0-1 0,0 0 0,0 0 0,-1 0 0,-2-7 0,3 13 0,0 1 0,0-1 0,0 0 0,-1 0 0,1 0 0,0 0 0,0 1 0,-1-1 0,1 0 0,-1 0 0,1 1 0,0-1 0,-1 0 0,1 1 0,-1-1 0,0 0 0,1 1 0,-1-1 0,1 1 0,-1-1 0,0 1 0,0-1 0,1 1 0,-1 0 0,0-1 0,0 1 0,1 0 0,-1-1 0,0 1 0,0 0 0,0 0 0,0 0 0,-1 0 0,0 1 0,0 0 0,1 0 0,-1-1 0,0 1 0,1 0 0,-1 1 0,1-1 0,-1 0 0,1 0 0,0 1 0,-1-1 0,0 3 0,-4 4 0,0 0 0,1 0 0,0 1 0,-6 14 0,10-21 0,-12 39 0,-14 67 0,25-97 0,1 1 0,0-1 0,0 1 0,1 0 0,0-1 0,1 1 0,1-1 0,0 1 0,0-1 0,1 0 0,5 14 0,-7-22 0,1-1 0,-1 1 0,1 0 0,0 0 0,0-1 0,0 1 0,0-1 0,0 0 0,1 0 0,-1 1 0,1-1 0,-1-1 0,1 1 0,0 0 0,0-1 0,0 1 0,-1-1 0,1 0 0,1 0 0,-1 0 0,0 0 0,0-1 0,0 1 0,0-1 0,1 0 0,-1 0 0,0 0 0,0 0 0,0-1 0,1 1 0,-1-1 0,0 0 0,0 0 0,0 0 0,3-1 0,3-2 0,-1 1 0,0-1 0,0 0 0,0 0 0,-1-1 0,1-1 0,-1 1 0,0-1 0,-1 0 0,1 0 0,8-12 0,-8 8-170,-1 0-1,0-1 0,0 1 1,-1-1-1,0-1 0,-1 1 1,5-19-1,-6 9-6655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4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2 264 24575,'0'27'0,"-1"-9"0,1-1 0,0 0 0,1 1 0,1-1 0,1 0 0,0 0 0,11 32 0,-9-65 0,-2-13 0,-5-78 0,3-83 0,0 185 0,0 0 0,0 0 0,0 0 0,0 0 0,1 0 0,0 0 0,0 0 0,0 1 0,1-1 0,-1 1 0,1 0 0,0-1 0,0 1 0,1 1 0,-1-1 0,1 0 0,0 1 0,0 0 0,0 0 0,0 0 0,1 0 0,-1 1 0,1-1 0,0 1 0,8-2 0,1 0 0,1 0 0,-1 1 0,1 1 0,0 1 0,-1 0 0,1 0 0,27 4 0,-39-2 0,0-1 0,0 1 0,-1-1 0,1 1 0,0 0 0,0 0 0,-1 1 0,1-1 0,-1 0 0,1 1 0,-1 0 0,0-1 0,1 1 0,-1 0 0,0 0 0,0 0 0,0 0 0,0 1 0,2 4 0,-1-2 0,-1 0 0,1 1 0,-1-1 0,-1 1 0,1-1 0,-1 1 0,0 0 0,0 0 0,0 10 0,-1-9 0,0-1 0,0 1 0,0 0 0,-1-1 0,0 1 0,0-1 0,-1 1 0,0-1 0,0 0 0,-1 1 0,1-1 0,-1 0 0,-1-1 0,1 1 0,-1 0 0,0-1 0,0 0 0,-8 8 0,1-7 0,0-1 0,0 0 0,-1 0 0,1-1 0,-1 0 0,0-1 0,0 0 0,-17 0 0,81-14-1365,-33 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24575,'0'-1'0,"1"-1"0,0 0 0,0 0 0,0 0 0,0 1 0,1-1 0,-1 0 0,0 1 0,1-1 0,-1 1 0,1 0 0,-1-1 0,1 1 0,0 0 0,-1 0 0,1 0 0,3-1 0,33-16 0,-25 14 0,0 0 0,1 2 0,-1-1 0,1 2 0,-1 0 0,1 0 0,19 3 0,-29-2 0,0 1 0,0-1 0,0 1 0,-1 0 0,1 1 0,0-1 0,0 1 0,-1-1 0,1 1 0,-1 0 0,1 0 0,4 5 0,-6-5 0,0 0 0,-1 0 0,1 1 0,-1-1 0,0 0 0,1 1 0,-1-1 0,0 1 0,0-1 0,-1 1 0,1-1 0,-1 1 0,1 0 0,-1-1 0,0 1 0,0 0 0,0-1 0,0 1 0,0 0 0,-1-1 0,0 4 0,-2 3 0,-1 0 0,0 0 0,-1-1 0,1 1 0,-2-1 0,1 0 0,-1 0 0,0-1 0,-1 0 0,0 0 0,0 0 0,-15 10 0,39-26 0,1 2 0,0 0 0,0 1 0,28-5 0,-44 10 0,0 1 0,0 0 0,0 0 0,0 0 0,0 0 0,0 1 0,0-1 0,0 0 0,0 1 0,0-1 0,0 1 0,0 0 0,0 0 0,0 0 0,0 0 0,-1 0 0,1 0 0,0 0 0,-1 0 0,1 1 0,-1-1 0,1 1 0,-1-1 0,2 3 0,-1 0 0,0 0 0,0 0 0,0 1 0,-1-1 0,1 0 0,-1 1 0,0-1 0,-1 0 0,1 1 0,-1-1 0,0 6 0,1-4 0,-1 0 0,-1-1 0,1 1 0,-1 0 0,0 0 0,0-1 0,-1 1 0,1-1 0,-1 1 0,-1-1 0,1 0 0,-1 0 0,1 0 0,-2 0 0,1 0 0,0 0 0,-1-1 0,-7 8 0,-3-6-136,0 1-1,0-2 1,0 0-1,-1 0 1,1-2-1,-1 0 1,0 0-1,0-1 0,-19-1 1,10 0-6690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0 24575,'-14'0'0,"1"1"0,-1 0 0,1 0 0,-1 2 0,1-1 0,0 2 0,0 0 0,0 0 0,0 1 0,1 1 0,0 0 0,0 1 0,1 0 0,-1 1 0,1 0 0,1 1 0,0 0 0,0 0 0,1 1 0,-15 20 0,23-28 0,-1-1 0,1 1 0,0 0 0,-1 0 0,1 0 0,0 0 0,0 0 0,0 0 0,0 0 0,0 0 0,1 0 0,-1 0 0,1 0 0,-1 1 0,1-1 0,0 0 0,0 0 0,0 0 0,0 1 0,0-1 0,1 0 0,-1 0 0,1 0 0,-1 1 0,1-1 0,0 0 0,-1 0 0,1 0 0,1 0 0,-1 0 0,0 0 0,0-1 0,1 1 0,-1 0 0,1 0 0,-1-1 0,1 1 0,-1-1 0,5 2 0,6 5 0,1-2 0,1 0 0,0 0 0,-1-2 0,20 5 0,24 10 0,-51-16 0,-1 0 0,0 1 0,0 0 0,0 0 0,0 0 0,-1 0 0,0 1 0,1-1 0,-2 1 0,1 0 0,-1 1 0,1-1 0,-1 0 0,-1 1 0,1 0 0,-1 0 0,3 11 0,-4-12 0,0-1 0,-1 0 0,1 0 0,-1 0 0,0 0 0,0 1 0,-1-1 0,1 0 0,-1 0 0,0 0 0,0 0 0,0 0 0,-1 0 0,0 0 0,1 0 0,-1 0 0,0-1 0,-1 1 0,1-1 0,-1 0 0,1 1 0,-1-1 0,0 0 0,0-1 0,-1 1 0,1 0 0,-6 3 0,1-3-136,0 0-1,0 0 1,0 0-1,-1-1 1,1 0-1,-1 0 1,1-1-1,-1-1 0,-14 0 1,-1 1-6690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24575,'0'5'0,"0"6"0,0 7 0,0 4 0,0 4 0,0 3 0,0 0 0,0 1 0,0 0 0,0 0 0,0 0 0,0-1 0,0 1 0,0-1 0,0-10 0,0-8-8191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24575,'5'0'0,"7"0"0,6 0 0,4 0 0,5 0 0,1 0 0,2 0 0,0 0 0,-5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24575,'44'2'0,"45"-1"0,-83-1 0,-1-1 0,1 0 0,0 0 0,-1 0 0,1-1 0,-1 1 0,1-1 0,-1 0 0,0-1 0,0 0 0,10-6 0,-11 5 0,0-1 0,0 0 0,-1 1 0,1-2 0,-1 1 0,0 0 0,0-1 0,-1 1 0,1-1 0,-1 0 0,-1 1 0,1-1 0,-1 0 0,0 0 0,1-9 0,-2 13 0,0 0 0,0-1 0,0 1 0,0 0 0,0 0 0,-1 0 0,1 0 0,-1 0 0,1 0 0,-1 0 0,0 0 0,1 0 0,-1 0 0,0 0 0,0 0 0,-1 0 0,1 1 0,0-1 0,-1 0 0,1 1 0,-1-1 0,1 1 0,-1 0 0,1-1 0,-1 1 0,0 0 0,0 0 0,0 0 0,0 0 0,0 0 0,0 1 0,0-1 0,0 0 0,0 1 0,0 0 0,0-1 0,0 1 0,0 0 0,-1 0 0,1 0 0,0 1 0,0-1 0,0 0 0,0 1 0,-4 1 0,0-1 0,0 1 0,0 1 0,0-1 0,0 1 0,0 0 0,1 0 0,-1 1 0,1 0 0,0 0 0,0 0 0,1 0 0,-1 1 0,1 0 0,0 0 0,0 0 0,-5 8 0,-2 5 0,2 0 0,0 1 0,-13 37 0,18-44 0,1 0 0,0 1 0,0-1 0,2 1 0,-1 0 0,2-1 0,0 1 0,3 24 0,-3-33 0,1 0 0,0 0 0,0 0 0,0 0 0,0 0 0,1 0 0,0 0 0,-1 0 0,2-1 0,-1 1 0,0-1 0,1 1 0,-1-1 0,1 0 0,0 0 0,0 0 0,0 0 0,0-1 0,1 1 0,-1-1 0,1 0 0,0 0 0,-1 0 0,1 0 0,0-1 0,0 0 0,0 1 0,0-2 0,0 1 0,5 0 0,12 2-227,0-2-1,0 0 1,0-2-1,1 0 1,40-9-1,-42 4-6598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3 228 24575,'0'205'0,"-2"-317"0,5-127 0,-3 235 0,1 0 0,1 0 0,-1 0 0,0 0 0,1 1 0,0-1 0,0 0 0,0 1 0,1-1 0,-1 1 0,1 0 0,-1-1 0,1 1 0,0 1 0,1-1 0,-1 0 0,0 1 0,1 0 0,-1-1 0,1 1 0,0 1 0,0-1 0,-1 0 0,1 1 0,0 0 0,7-1 0,-6 0 0,0 1 0,-1 1 0,1-1 0,0 0 0,-1 1 0,1 0 0,0 0 0,-1 1 0,1-1 0,0 1 0,-1 0 0,1 0 0,-1 1 0,1-1 0,-1 1 0,1 0 0,-1 0 0,0 0 0,0 1 0,0-1 0,-1 1 0,1 0 0,4 5 0,-3-2 0,-1 0 0,0 0 0,-1 1 0,1-1 0,-1 1 0,-1-1 0,1 1 0,-1 0 0,0 0 0,-1 0 0,2 13 0,-3-17 0,0 0 0,0 0 0,-1-1 0,1 1 0,-1 0 0,1 0 0,-1 0 0,0 0 0,0 0 0,0-1 0,0 1 0,-1-1 0,1 1 0,-1 0 0,1-1 0,-1 0 0,0 1 0,0-1 0,0 0 0,0 0 0,0 0 0,-1-1 0,1 1 0,-1 0 0,1-1 0,-1 1 0,1-1 0,-1 0 0,0 0 0,0 0 0,-4 0 0,-39 11-1365,27-5-5461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7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24575,'-22'61'0,"16"-29"0,1 1 0,-2 0 0,-19 57 0,23-83 0,0 0 0,1 0 0,0 1 0,0-1 0,0 1 0,1-1 0,1 1 0,-1 11 0,1-17 0,1 0 0,-1 1 0,1-1 0,-1 0 0,1 1 0,0-1 0,0 0 0,0 0 0,0 0 0,1 0 0,-1 0 0,0 0 0,1 0 0,-1 0 0,1-1 0,0 1 0,0 0 0,0-1 0,-1 1 0,1-1 0,0 0 0,1 0 0,-1 0 0,0 0 0,0 0 0,0 0 0,1-1 0,-1 1 0,0-1 0,5 1 0,59 4 120,-61-5-234,-1 0 0,1-1-1,-1 1 1,1-1 0,-1 0 0,1-1-1,-1 1 1,0-1 0,0 0 0,0 0-1,0 0 1,6-4 0,3-8-6712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24575,'2'142'0,"-5"151"0,-1-270-1365,-2-4-5461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3:5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680 2 24575,'-93'-2'0,"-103"5"0,192-3 0,1 0 0,-1 0 0,0 1 0,0 0 0,1 0 0,-1 0 0,0 0 0,1 0 0,-1 1 0,1-1 0,0 1 0,-1 0 0,1 0 0,0 1 0,0-1 0,0 0 0,1 1 0,-1 0 0,1 0 0,-1-1 0,1 2 0,0-1 0,0 0 0,0 0 0,0 1 0,1-1 0,-2 6 0,0 5 0,0 0 0,2 1 0,-1-1 0,2 1 0,2 26 0,-1-16 0,-1-18 0,1 1 0,0-1 0,0 1 0,1-1 0,-1 0 0,2 0 0,-1 0 0,1 0 0,0 0 0,4 7 0,3 0 0,0 0 0,1-1 0,13 12 0,-7-6 0,63 69 0,-70-75 0,0 0 0,0 1 0,-1-1 0,-1 2 0,-1-1 0,0 1 0,6 19 0,-10-25 0,0 0 0,-1 0 0,0 0 0,0 0 0,-1 0 0,0 0 0,-1 0 0,0 0 0,0 1 0,-1-1 0,0 0 0,-1 0 0,0 0 0,-4 11 0,3-15 0,0-1 0,0 0 0,-1 1 0,1-2 0,-1 1 0,0 0 0,0-1 0,-1 0 0,1 1 0,0-2 0,-1 1 0,0-1 0,0 1 0,0-1 0,0-1 0,0 1 0,-9 1 0,-6 2 0,-1-1 0,0-2 0,-24 1 0,36-2 0,-242-4 0,243 3 12,0-2 0,0 1 0,0-1 0,0 0 0,1-1 0,-1 0 0,1 0 0,-1-1 0,-8-5 0,15 8-21,0 0 0,0 0 0,0 0-1,0 0 1,0 0 0,0 0 0,0 0 0,0 0 0,0 0 0,0-1-1,0 1 1,1 0 0,-1-1 0,0 1 0,1 0 0,-1-1 0,1 1 0,0-1-1,-1 1 1,1-1 0,0-1 0,1 1-62,-1 0-1,1-1 1,0 1 0,0 0-1,0 0 1,0 0 0,0 0-1,1 0 1,-1 0 0,1 0-1,-1 0 1,1 0 0,0 1-1,-1-1 1,1 1 0,0-1-1,4-1 1,10-7-6755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4:0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24575,'0'596'-1365,"0"-606"-5461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4:0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24575,'5'0'0,"6"0"0,7 0 0,4 0 0,4 0 0,3 0 0,0 0 0,1 0 0,1 0 0,-2 0 0,-4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4:0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24575,'33'1'0,"-12"0"0,1-1 0,0-1 0,-1 0 0,42-10 0,-59 10 0,0 0 0,0 0 0,1-1 0,-1 0 0,0 0 0,0 0 0,-1 0 0,1 0 0,0-1 0,-1 0 0,0 0 0,1 0 0,-1 0 0,0 0 0,-1-1 0,1 1 0,-1-1 0,1 0 0,-1 1 0,0-1 0,0 0 0,-1 0 0,1-1 0,-1 1 0,0 0 0,0 0 0,0-1 0,-1 1 0,0-1 0,0-4 0,0 7 0,0 0 0,0-1 0,0 1 0,0 0 0,-1-1 0,0 1 0,1 0 0,-1 0 0,0 0 0,0 0 0,0-1 0,0 1 0,0 0 0,0 1 0,-1-1 0,1 0 0,-1 0 0,1 1 0,-1-1 0,-3-2 0,1 1 0,0 1 0,-1 0 0,1-1 0,-1 2 0,0-1 0,1 0 0,-1 1 0,0 0 0,-8-1 0,6 1 0,-1 0 0,1 1 0,-1 0 0,0 0 0,1 1 0,-1 0 0,1 0 0,-1 1 0,1 0 0,-1 0 0,1 1 0,-13 7 0,15-6 0,0 1 0,1 0 0,-1 0 0,1 0 0,0 1 0,1-1 0,0 1 0,-1 0 0,2 0 0,-1 0 0,1 0 0,0 1 0,0-1 0,1 1 0,-1-1 0,2 1 0,-1 6 0,-1 4 0,2 0 0,0-1 0,1 1 0,1 0 0,7 28 0,-7-39 0,0 0 0,0-1 0,1 1 0,0-1 0,0 0 0,0 0 0,1 0 0,-1 0 0,1-1 0,0 1 0,1-1 0,-1 0 0,1 0 0,0-1 0,-1 0 0,2 1 0,-1-1 0,0-1 0,1 1 0,-1-1 0,1 0 0,0 0 0,-1-1 0,1 0 0,9 1 0,-6-1 0,0 0 0,0 0 0,0-1 0,1-1 0,-1 1 0,0-1 0,0-1 0,0 0 0,-1 0 0,1-1 0,0 0 0,-1 0 0,0-1 0,0 0 0,0-1 0,11-7 0,-16 9-151,0 0-1,0 0 0,-1 0 0,1 0 1,-1-1-1,1 1 0,-1-1 1,2-4-1,3-9-6674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4:0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1 438 24575,'1'1'0,"0"-1"0,1 1 0,-1-1 0,0 1 0,0-1 0,1 1 0,-1 0 0,0 0 0,0 0 0,0 0 0,0 0 0,0 0 0,0 0 0,0 0 0,-1 0 0,1 0 0,0 0 0,0 0 0,-1 1 0,1-1 0,-1 0 0,1 0 0,-1 1 0,0-1 0,1 0 0,-1 1 0,0 2 0,5 43 0,-4-42 0,0 169 0,-2-123 0,-1-141 0,0 46 0,1 0 0,1 0 0,3 1 0,2-1 0,10-42 0,50-115 0,-63 193 0,0 0 0,0 0 0,1 1 0,0-1 0,1 1 0,0 0 0,0 0 0,0 0 0,1 0 0,0 1 0,1 0 0,-1 0 0,1 0 0,0 1 0,0-1 0,13-6 0,-10 7 0,1 1 0,0 0 0,0 0 0,0 1 0,1 1 0,-1 0 0,1 0 0,-1 1 0,1 0 0,-1 1 0,1 0 0,13 2 0,-10 1 0,0 0 0,0 1 0,0 0 0,-1 1 0,0 0 0,0 1 0,0 1 0,-1 0 0,0 0 0,-1 2 0,19 15 0,-23-18 0,-1 1 0,0 0 0,0 0 0,0 0 0,-1 1 0,0 0 0,0 0 0,5 13 0,-8-16 0,-1 1 0,1-1 0,-1 0 0,0 1 0,0-1 0,-1 1 0,0-1 0,0 1 0,0-1 0,0 1 0,-1-1 0,0 0 0,0 1 0,-1-1 0,-1 6 0,0-6 0,1 0 0,-1 0 0,0-1 0,0 1 0,0-1 0,-1 0 0,1 0 0,-1 0 0,0 0 0,0-1 0,0 1 0,-1-1 0,1 0 0,-1-1 0,0 1 0,-5 2 0,-11 2 0,1 0 0,-39 8 0,12-4 0,17-5-87,0-1 0,0-1 1,-1-2-1,-55-2 0,50-1-844,11 1-5895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4:03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24575,'-9'0'0,"0"0"0,0 1 0,0 0 0,0 0 0,1 1 0,-1 0 0,0 1 0,1 0 0,-11 5 0,14-5 0,0 0 0,0 1 0,0 0 0,0 0 0,0 0 0,1 0 0,0 1 0,0-1 0,0 1 0,1 0 0,-1 0 0,1 1 0,1-1 0,-5 11 0,4-10 0,1 0 0,0 1 0,1-1 0,0 0 0,0 1 0,0-1 0,0 1 0,1-1 0,0 1 0,1-1 0,-1 1 0,1-1 0,1 1 0,-1-1 0,1 1 0,0-1 0,1 0 0,-1 0 0,1 0 0,0-1 0,1 1 0,-1 0 0,1-1 0,0 0 0,0 0 0,1 0 0,0-1 0,0 0 0,0 1 0,0-2 0,0 1 0,1 0 0,6 2 0,39 23 0,-8-4 0,54 39 0,-93-61 0,0 1 0,0 0 0,-1 0 0,1 0 0,-1 1 0,0-1 0,0 1 0,0 0 0,-1 0 0,0 0 0,0 0 0,0 0 0,0 0 0,-1 0 0,0 1 0,0-1 0,0 10 0,-1-12 0,0 0 0,0 0 0,0 0 0,0 0 0,-1 0 0,0 0 0,1 0 0,-1 0 0,0 0 0,0 0 0,-1 0 0,1 0 0,-1-1 0,1 1 0,-1-1 0,0 1 0,0-1 0,0 1 0,0-1 0,0 0 0,-1 0 0,1 0 0,-1-1 0,1 1 0,-1 0 0,1-1 0,-1 0 0,0 1 0,0-1 0,0 0 0,0-1 0,-3 2 0,-25 1 0,-1 0 0,1-2 0,0-2 0,-49-6 0,77 7-114,-1-1 1,1 1-1,0-1 0,0 0 0,0 0 1,0 0-1,-1-1 0,2 1 0,-1-1 1,0 1-1,-5-5 0,-4-6-6712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4:0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31 24575,'-4'0'0,"2"0"0,7 0 0,8 0 0,6 0 0,5 0 0,-1-5 0,-1-1 0,2-1 0,2 2 0,0 1 0,2 2 0,0 1 0,-4 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3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1600 24575,'6'0'0,"-1"-1"0,1 0 0,-1 0 0,1-1 0,-1 1 0,1-1 0,-1-1 0,0 1 0,0-1 0,7-4 0,52-41 0,-31 21 0,408-272 0,-391 265 0,-27 19 0,-1-1 0,39-35 0,-36 27 0,37-25 0,24-23 0,-50 40 0,17-19 0,-44 42 0,1 0 0,0 0 0,0 1 0,1 1 0,-1 0 0,22-11 0,-17 10 0,0 0 0,-1-1 0,21-17 0,-24 16 0,2 1 0,-1 0 0,1 1 0,18-8 0,-16 9 0,-1-1 0,0-1 0,21-16 0,136-104 0,-162 123 0,15-9 0,2 0 0,46-18 0,-42 21 0,50-30 0,-41 19 0,-23 14 0,0-1 0,0 0 0,19-18 0,-13 10 0,0 2 0,1 0 0,40-21 0,-39 25 0,0-2 0,-1-1 0,36-30 0,56-43 0,-65 53-1365,-36 24-5461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3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24575,'-24'0'0,"0"0"0,0 2 0,1 1 0,-1 1 0,0 1 0,1 0 0,-30 13 0,32-11 0,14-5 0,0 1 0,0-1 0,0 1 0,1 0 0,-1 1 0,-7 4 0,13-7 0,0 0 0,0 0 0,0 0 0,0 1 0,0-1 0,0 0 0,0 0 0,1 1 0,-1-1 0,0 0 0,1 1 0,-1-1 0,1 1 0,-1-1 0,1 1 0,0-1 0,0 1 0,0-1 0,-1 1 0,2-1 0,-1 1 0,0-1 0,0 1 0,0-1 0,1 1 0,-1-1 0,0 1 0,1-1 0,0 0 0,-1 1 0,1-1 0,0 0 0,-1 1 0,1-1 0,2 2 0,2 4 0,1 0 0,0 0 0,1-1 0,-1 0 0,1 0 0,1 0 0,-1-1 0,13 7 0,-12-8 0,1 1 0,-1 1 0,-1-1 0,1 2 0,-1-1 0,0 1 0,12 14 0,-5 0 0,22 46 0,-33-62 0,-1 1 0,0-1 0,0 1 0,0 0 0,-1 0 0,1-1 0,-1 1 0,-1 0 0,1 0 0,-1 0 0,0 0 0,0 0 0,-1 0 0,-2 9 0,2-12 5,-1 0 0,0 0 0,0 0 0,-1-1 0,1 1 0,0-1 0,-1 0 0,0 1 0,1-1 0,-1 0 0,0-1 0,0 1 0,0 0 0,0-1 0,0 0 0,-1 0 0,1 0 0,0 0 0,-1 0 0,1-1 0,0 1 0,-1-1 0,-4 0 0,-3 1-217,0-1 0,0 0 0,0-1-1,0 0 1,0 0 0,-11-4 0,2-2-6614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3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24575,'0'551'0,"0"-541"-136,0 0-1,1 1 1,1-1-1,0 0 1,0 0-1,1 0 1,0 0-1,0-1 0,9 17 1,-2-12-6690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5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24575,'2'122'0,"-5"133"0,-11-178 0,9-56 0,1 0 0,-2 32 0,7 323 0,0-351 0,2-1 0,7 37 0,5 31 0,-11-54 0,2 0 0,13 46 0,-10-52 0,-2 1 0,-1 0 0,2 54 0,-9 1732-1365,1-1794-5461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51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1038 1 24575,'-18'0'0,"-44"0"0,0 2 0,-87 14 0,51-4 0,-17 5 0,-28 12 0,130-26 0,-1 0 0,0 0 0,1 1 0,-1 1 0,1 0 0,-18 10 0,27-13 0,0 1 0,1 0 0,-1 0 0,1 1 0,-1-1 0,1 1 0,0-1 0,0 1 0,1 0 0,-1 0 0,1 0 0,0 1 0,0-1 0,0 1 0,0-1 0,1 1 0,0-1 0,0 1 0,0 0 0,0 5 0,1-4 0,0 0 0,0-1 0,0 1 0,1-1 0,0 1 0,0 0 0,0-1 0,0 1 0,1-1 0,0 0 0,1 0 0,-1 0 0,1 0 0,0 0 0,0 0 0,0 0 0,0-1 0,1 0 0,0 0 0,0 0 0,5 4 0,10 6 0,0-1 0,1 0 0,40 18 0,-8-4 0,62 49 0,-2 0 0,-98-65 0,-1 0 0,0 0 0,0 1 0,-1 1 0,-1 0 0,0 1 0,-1 0 0,15 26 0,-18-25 0,0 1 0,-1-1 0,-1 1 0,0 0 0,-1 1 0,-1-1 0,0 1 0,-2 0 0,0-1 0,0 1 0,-4 22 0,3-34 0,-1-1 0,-1 0 0,1 0 0,0 0 0,-1 0 0,0-1 0,0 1 0,0 0 0,0-1 0,-1 1 0,0-1 0,1 0 0,-1 0 0,0 0 0,-1 0 0,1-1 0,0 1 0,-1-1 0,1 1 0,-1-1 0,0-1 0,0 1 0,0 0 0,0-1 0,0 0 0,0 0 0,0 0 0,-5 0 0,-15 3 0,0-1 0,-1-1 0,-36-1 0,51-2 0,-78 3 0,48 0 0,0-2 0,0-2 0,-43-7 0,39-3 0,0-2 0,-78-36 0,63 24 0,56 25 5,0 0-1,1 0 0,-1 0 0,1-1 1,-1 1-1,1-1 0,0 0 0,0 0 1,-1 0-1,1 0 0,1 0 1,-1 0-1,0 0 0,0 0 0,1-1 1,-1 1-1,1-1 0,0 1 0,0-1 1,0 0-1,0 1 0,0-1 1,1 0-1,-1 0 0,1 1 0,-1-1 1,1-5-1,1 4-82,-1 0 0,1 0 0,0 0-1,0 0 1,1 0 0,-1 0 0,1 1 0,-1-1 0,1 0-1,1 1 1,-1-1 0,0 1 0,1 0 0,-1 0 0,1 0-1,0 0 1,0 0 0,5-3 0,8-4-6748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5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33 24575,'1'-1'0,"-1"-1"0,1 1 0,0 0 0,-1 0 0,1-1 0,0 1 0,-1 0 0,1 0 0,0 0 0,0 0 0,0 0 0,0 0 0,0 0 0,0 1 0,0-1 0,0 0 0,1 0 0,-1 1 0,0-1 0,0 1 0,1-1 0,-1 1 0,0-1 0,1 1 0,-1 0 0,0 0 0,3 0 0,43-6 0,-42 6 0,91-5 0,130 10 0,-223-4 0,0-1 0,-1 1 0,1-1 0,-1 1 0,1 0 0,-1 0 0,1 0 0,-1 0 0,0 0 0,1 0 0,-1 1 0,0-1 0,0 1 0,0 0 0,0-1 0,0 1 0,-1 0 0,3 3 0,-1 0 0,0-1 0,-1 1 0,0 0 0,0 0 0,0 0 0,0 0 0,-1 0 0,2 10 0,-2-4 0,0 0 0,-1 1 0,0-1 0,-1 0 0,0 0 0,-1 0 0,0 0 0,-5 16 0,2-19 0,1-1 0,-1 1 0,0-1 0,0 1 0,-1-2 0,0 1 0,0-1 0,-1 1 0,0-2 0,0 1 0,-8 4 0,-7 4 0,0-1 0,-39 17 0,16-14 0,35-14 0,0 1 0,0 0 0,0 1 0,0 0 0,1 1 0,0 0 0,0 0 0,0 1 0,-16 13 0,25-18 0,0-1 0,0 0 0,-1 1 0,1-1 0,0 1 0,0-1 0,-1 0 0,1 1 0,0-1 0,0 1 0,0-1 0,0 1 0,0-1 0,0 1 0,0-1 0,0 0 0,0 1 0,0-1 0,0 1 0,0-1 0,0 1 0,0-1 0,0 1 0,0-1 0,0 1 0,0-1 0,1 0 0,-1 1 0,0-1 0,0 1 0,1-1 0,-1 0 0,0 1 0,1-1 0,-1 0 0,0 1 0,1-1 0,-1 0 0,0 0 0,1 1 0,-1-1 0,0 0 0,1 0 0,-1 0 0,1 1 0,-1-1 0,1 0 0,-1 0 0,1 0 0,-1 0 0,1 0 0,30 6 0,-25-5 0,11 2 0,-1 2 0,0 0 0,-1 0 0,1 2 0,-1 0 0,0 0 0,0 2 0,-1 0 0,-1 0 0,1 1 0,-1 1 0,-1 0 0,0 1 0,-1 1 0,0-1 0,11 18 0,-16-20 0,1 1 0,-1 0 0,-1 0 0,0 0 0,-1 0 0,0 1 0,-1 0 0,0 0 0,0 0 0,0 17 0,-3-26 0,1 1 0,-1 0 0,0 0 0,-1-1 0,1 1 0,-1 0 0,1-1 0,-1 1 0,0 0 0,0-1 0,-1 1 0,1-1 0,-1 1 0,0-1 0,0 0 0,0 0 0,0 0 0,0 0 0,-1 0 0,1 0 0,-1-1 0,0 1 0,0-1 0,0 0 0,0 0 0,0 0 0,0 0 0,-1 0 0,1-1 0,-1 1 0,1-1 0,-1 0 0,0 0 0,1 0 0,-1-1 0,-6 1 0,-56 3 0,-92-7 0,32-1 0,123 4 0,-33 0 0,0-1 0,-47-8 0,73 8 0,0-1 0,1-1 0,-1 0 0,1 0 0,-1-1 0,1 0 0,0 0 0,1-1 0,-1-1 0,1 1 0,0-1 0,0-1 0,-9-9 0,4-2-1365,4 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3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1405 24575,'1'-4'0,"1"0"0,0-1 0,0 1 0,1 0 0,-1 0 0,1 0 0,0 1 0,0-1 0,0 1 0,0-1 0,1 1 0,7-5 0,2-5 0,18-16 0,41-32 0,9-7 0,34-17 0,-84 58 0,53-33 0,-50 38 0,48-43 0,33-22 0,-47 34 0,-46 38 0,33-31 0,-4-5 0,16-18 0,114-89 0,-135 123 0,2 3 0,2 2 0,58-27 0,27-17 0,-10 4 0,-95 54 45,0-2-1,29-23 1,32-19-1544,-75 52-5327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3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3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24575,'5'0'0,"6"0"0,2-5 0,3-2 0,-1-4 0,2-1 0,-2-3 0,1 2 0,3 1 0,-1 0 0,-5-4 0,1 0 0,-1-1 0,0 2 0,5 4 0,3 3 0,-2-1 0,-4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4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 24575,'-84'-1'0,"-92"3"0,171-2 0,1 1 0,-1 0 0,1-1 0,0 2 0,0-1 0,-1 0 0,1 1 0,0 0 0,0 0 0,1 0 0,-1 0 0,0 1 0,1-1 0,-1 1 0,1 0 0,-5 5 0,7-6 0,0 0 0,0 0 0,0-1 0,1 1 0,-1 0 0,0 0 0,1 0 0,-1 0 0,1 0 0,0 0 0,0 0 0,0 0 0,0 0 0,0 0 0,0 0 0,0 0 0,1 0 0,-1 0 0,1 0 0,-1 0 0,1 0 0,0-1 0,0 1 0,0 0 0,0 0 0,0-1 0,0 1 0,0 0 0,1-1 0,-1 0 0,0 1 0,1-1 0,-1 0 0,1 1 0,0-1 0,-1 0 0,4 1 0,61 39 0,-52-34 0,-1 0 0,-1 1 0,1 1 0,-1 0 0,0 0 0,-1 1 0,11 13 0,-20-22-3,-1 1-1,0 0 1,0 0-1,0 0 1,0 0-1,0 0 1,0 0-1,0 0 1,0 0-1,-1 0 1,1 0-1,-1 0 1,0 0-1,1 0 1,-1 1-1,0-1 1,0 0-1,0 0 1,-1 0-1,1 0 1,-1 1-1,0 2 1,-1-1 19,0 0 1,-1 0 0,1-1 0,-1 1-1,1-1 1,-1 0 0,0 0-1,0 0 1,0 0 0,-1 0-1,-3 2 1,-9 4-314,0 0 0,0-1 0,-1-1 0,-24 8 0,21-9-6529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7:4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24575,'15'-1'0,"0"-1"0,0-1 0,18-5 0,-15 3 0,0 1 0,31-2 0,-44 5 0,-1 1 0,0 0 0,1 0 0,-1 1 0,0 0 0,0-1 0,1 1 0,-1 1 0,0-1 0,0 0 0,0 1 0,0 0 0,0 0 0,-1 0 0,1 1 0,4 3 0,-5-2 0,1 1 0,-1 0 0,0-1 0,0 1 0,-1 1 0,1-1 0,-1 0 0,0 1 0,-1-1 0,1 1 0,-1 0 0,0-1 0,-1 1 0,1 0 0,-2 10 0,1-5 0,0 0 0,-1 0 0,0 1 0,-1-1 0,-1 0 0,0 0 0,-5 12 0,5-18 0,0 0 0,-1-1 0,0 1 0,0-1 0,0 0 0,-1-1 0,1 1 0,-1-1 0,0 1 0,0-1 0,0-1 0,0 1 0,0-1 0,-1 0 0,-7 2 0,2 0 0,0-1 0,0-1 0,0 0 0,0 0 0,0-1 0,0-1 0,-13 0 0,24 0 0,0 0 0,0 0 0,-1 0 0,1 0 0,0 0 0,0 0 0,-1 0 0,1 0 0,0 0 0,-1 0 0,1 0 0,0 0 0,0 0 0,-1 0 0,1 0 0,0 0 0,0-1 0,-1 1 0,1 0 0,0 0 0,0 0 0,0 0 0,-1-1 0,1 1 0,0 0 0,0 0 0,0 0 0,-1-1 0,1 1 0,0 0 0,0 0 0,0-1 0,0 1 0,0 0 0,0 0 0,0-1 0,0 1 0,0 0 0,0-1 0,-1 1 0,1 0 0,10-13 0,26-13 0,-27 20 0,11-6 0,1 1 0,0 0 0,0 2 0,1 1 0,1 1 0,-1 0 0,32-4 0,-15 2 0,-11 5-271,0 0 0,1 2 0,42 1-1,-66 1-8,20 1-6546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02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24575,'0'54'0,"-1"9"0,2 0 0,17 105 0,-15-154 0,10 49 0,-3 0 0,5 114 0,-16 256 0,0-417 32,-1 1 1,0-1-1,-7 22 0,-3 21-1526,10-37-5332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0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24575,'-5'0'0,"0"0"0,0 1 0,1 0 0,-1 0 0,0 0 0,0 0 0,1 1 0,-1 0 0,1-1 0,-1 2 0,1-1 0,0 1 0,0-1 0,0 1 0,0 0 0,1 0 0,-1 1 0,1-1 0,0 1 0,-1 0 0,2 0 0,-1 0 0,0 0 0,1 0 0,0 0 0,0 1 0,0-1 0,1 1 0,-1 0 0,0 9 0,-2 5 0,1 1 0,1 0 0,0 0 0,2 1 0,0-1 0,4 22 0,0-19 0,2 0 0,12 36 0,-12-41 0,0-1 0,-1 1 0,-1 0 0,-1 1 0,2 20 0,-6-35 0,1-1 0,0 1 0,-1 0 0,0 0 0,1 0 0,-2-1 0,1 1 0,0 0 0,-1-1 0,1 1 0,-1-1 0,0 0 0,0 1 0,-1-1 0,1 0 0,-1 0 0,1-1 0,-1 1 0,0 0 0,0-1 0,0 0 0,0 0 0,-1 0 0,1 0 0,-1 0 0,1 0 0,-1-1 0,1 0 0,-1 0 0,0 0 0,0 0 0,-4 0 0,-2 1 0,0-1 0,0 0 0,-1-1 0,1 0 0,0-1 0,0 0 0,0 0 0,0-1 0,0 0 0,0-1 0,-13-6 0,20 8-114,0 0 1,0-1-1,1 0 0,-1 0 0,1 0 1,-1 0-1,1 0 0,0 0 0,0-1 1,0 1-1,-3-5 0,-4-10-6712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04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24575,'0'6'0,"4"94"0,-3-90 0,1 0 0,0 1 0,0-1 0,1 0 0,0 0 0,1 0 0,7 12 0,-10-20 0,0 0 0,1 0 0,-1 0 0,1 0 0,-1 0 0,1 0 0,0-1 0,0 1 0,0-1 0,0 1 0,0-1 0,0 0 0,0 0 0,0 0 0,0 0 0,1 0 0,-1 0 0,0-1 0,1 1 0,-1-1 0,1 0 0,-1 1 0,0-1 0,1 0 0,-1-1 0,5 1 0,5-3 0,0 0 0,-1 0 0,1-1 0,14-8 0,12-2 0,-4 3 0,7-1 0,58-11 0,-10-1-1365,-76 22-5461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0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24575,'-1'58'0,"3"0"0,15 87 0,-8-85-44,-6-38-220,0 0 0,2 0-1,0-1 1,13 32 0,-10-37-6562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11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24575,'0'1099'0,"-1"-1071"0,-2 0 0,-8 36 0,5-34 0,-3 51 0,-5 53 0,7-89 0,-1 64 0,9 1449-1365,-1-1533-5461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1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1 24575,'-10'1'0,"0"2"0,0 0 0,-1 0 0,2 0 0,-1 1 0,0 1 0,-10 6 0,10-6 0,-5 3 0,0 0 0,1 1 0,0 0 0,0 1 0,-18 17 0,29-24 0,0 0 0,0 0 0,0 1 0,1-1 0,-1 1 0,1 0 0,0-1 0,0 1 0,0 0 0,0 0 0,1 1 0,0-1 0,0 0 0,0 0 0,0 1 0,0-1 0,1 0 0,0 1 0,0-1 0,0 1 0,1-1 0,-1 0 0,1 1 0,0-1 0,0 0 0,3 6 0,1-2 0,-1-1 0,1 0 0,1 0 0,-1 0 0,1 0 0,1-1 0,-1 0 0,1-1 0,0 0 0,0 0 0,1 0 0,-1-1 0,12 5 0,31 22 0,-10-3 0,-23-17 0,0 0 0,-1 1 0,-1 1 0,22 22 0,-34-31 0,0 0 0,0 0 0,0 0 0,0 0 0,-1 0 0,0 0 0,0 1 0,0-1 0,-1 1 0,1 0 0,-1-1 0,0 1 0,0 0 0,-1 0 0,1-1 0,-1 1 0,0 0 0,-1 0 0,1 0 0,-1 0 0,0-1 0,0 1 0,0 0 0,-2 4 0,0-6 0,1 1 0,0-1 0,-1 0 0,0 1 0,0-1 0,0-1 0,0 1 0,0 0 0,0-1 0,-1 1 0,1-1 0,-1 0 0,0 0 0,1-1 0,-1 1 0,0-1 0,-6 2 0,-8 2 0,-1-1 0,-25 3 0,-33-2 20,-104-5 0,67-3-1425,89 3-5421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1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24575,'-4'0'0,"-1"0"0,0 0 0,0 1 0,0 0 0,1-1 0,-1 2 0,0-1 0,1 1 0,-1-1 0,1 1 0,0 0 0,-5 3 0,8-3 0,-1-1 0,0 1 0,0 0 0,1-1 0,-1 1 0,1 0 0,0 0 0,-1 0 0,1 0 0,0 0 0,0 0 0,0 0 0,1 0 0,-1 1 0,0-1 0,1 0 0,-1 0 0,1 1 0,0-1 0,0 0 0,0 1 0,0-1 0,0 0 0,0 1 0,1-1 0,-1 0 0,2 3 0,0 0 0,0 0 0,0-1 0,1 0 0,-1 1 0,1-1 0,0 0 0,0 0 0,1 0 0,-1-1 0,1 1 0,0-1 0,0 0 0,7 4 0,64 36 0,-57-34 0,-12-6 0,41 21 0,0 2 0,72 54 0,-103-67 0,-2-2 0,0 0 0,0 1 0,22 25 0,-34-35 0,0 0 0,0 1 0,-1-1 0,1 1 0,0-1 0,-1 1 0,1-1 0,-1 1 0,0 0 0,0 0 0,0 0 0,0 0 0,-1 0 0,1 0 0,-1 0 0,0 0 0,0 0 0,0 0 0,0 0 0,0 0 0,0 0 0,-1-1 0,0 1 0,1 0 0,-1 0 0,0 0 0,-1 0 0,1-1 0,0 1 0,-3 3 0,1-3 0,0 0 0,0-1 0,0 1 0,0-1 0,-1 0 0,1 0 0,-1 0 0,0 0 0,1 0 0,-1-1 0,0 0 0,0 0 0,0 0 0,0 0 0,0 0 0,-6-1 0,-75-1 0,58 0 0,-24 1-41,32 1-224,0-1 0,0-1 0,0 0 1,-24-6-1,24 1-6561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1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24575,'1'-2'0,"-1"0"0,0 0 0,1 0 0,0-1 0,-1 2 0,1-1 0,0 0 0,0 0 0,0 0 0,0 0 0,0 0 0,0 1 0,1-1 0,-1 0 0,0 1 0,1-1 0,0 1 0,-1 0 0,1-1 0,0 1 0,-1 0 0,1 0 0,0 0 0,0 0 0,0 1 0,3-2 0,58-13 0,-51 14 0,42-10 0,-26 5 0,0 1 0,40-1 0,-30 3-341,0-1 0,0-2-1,50-14 1,-64 12-6485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4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24575,'-6'0'0,"-1"1"0,1 0 0,0 0 0,0 1 0,1-1 0,-1 1 0,0 1 0,1-1 0,-1 1 0,1 0 0,-1 0 0,1 1 0,0-1 0,1 1 0,-1 0 0,1 1 0,0-1 0,0 1 0,0 0 0,0 0 0,1 0 0,0 0 0,0 0 0,0 1 0,1 0 0,-4 10 0,2-4 0,0 1 0,1 0 0,0 1 0,1-1 0,0 1 0,1-1 0,0 1 0,1-1 0,1 1 0,1-1 0,3 20 0,-1-23 0,1 0 0,-1-1 0,2 1 0,-1-1 0,1 0 0,1-1 0,0 1 0,0-2 0,0 1 0,1-1 0,0 0 0,15 10 0,-13-10 0,0 1 0,-1 0 0,0 0 0,0 1 0,-1 0 0,0 0 0,-1 1 0,0 0 0,6 12 0,-12-20 0,0 0 0,0 0 0,0 0 0,0-1 0,-1 1 0,1 0 0,0 0 0,-1 0 0,0 0 0,0 0 0,1 0 0,-1 0 0,0 0 0,-1 0 0,1 0 0,0 0 0,0 0 0,-1 0 0,0 0 0,1 0 0,-1 0 0,0 0 0,0 0 0,0 0 0,0-1 0,0 1 0,0 0 0,0-1 0,-1 1 0,1-1 0,0 1 0,-1-1 0,1 0 0,-1 0 0,0 0 0,0 1 0,1-1 0,-1-1 0,0 1 0,0 0 0,0 0 0,0-1 0,0 1 0,0-1 0,-3 1 0,-12 2 0,0-1 0,0-1 0,0 0 0,-24-2 0,27 0 0,9 1-97,1 0-1,-1 0 1,0 0-1,0-1 1,0 1-1,0-1 1,0 0-1,1-1 1,-1 1-1,0-1 1,1 0-1,-1 0 0,-6-5 1,-2-6-6729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4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24575,'-2'16'0,"0"1"0,-1-1 0,-1 1 0,0-1 0,-13 30 0,-8 30 0,13-32 0,8-34 0,0 0 0,1 0 0,1 0 0,0 0 0,0 1 0,1-1 0,0 1 0,1-1 0,0 1 0,0-1 0,1 0 0,4 17 0,-4-25 0,0 1 0,-1-1 0,1 0 0,0 0 0,1 0 0,-1 0 0,0 0 0,1 0 0,-1 0 0,1-1 0,-1 1 0,1 0 0,0-1 0,0 1 0,-1-1 0,1 0 0,0 0 0,1 1 0,-1-1 0,0 0 0,4 1 0,-2-2 0,0 0 0,-1 0 0,1 0 0,-1 0 0,1 0 0,0-1 0,-1 0 0,1 0 0,-1 0 0,0 0 0,1 0 0,5-4 0,4-2 0,0-2 0,-1 1 0,0-2 0,-1 1 0,16-18 0,-15 15 0,-5 4 0,1 1 0,-1-1 0,0-1 0,-1 1 0,9-17 0,-15 24 0,1 0 0,-1 0 0,1 0 0,-1-1 0,0 1 0,1 0 0,-1 0 0,0-1 0,0 1 0,0 0 0,0 0 0,0-1 0,0 1 0,0 0 0,0-1 0,-1 1 0,1 0 0,0 0 0,-1-1 0,1 1 0,-2-1 0,0 0 0,1 0 0,-1 1 0,0-1 0,0 1 0,0-1 0,0 1 0,0 0 0,0 0 0,-1 0 0,1 0 0,0 0 0,0 0 0,-1 1 0,1-1 0,-5 0 0,-3 0 0,0-1 0,-1 1 0,1 1 0,0 0 0,0 0 0,0 1 0,-14 2 0,19-1 0,1-1 0,-1 1 0,0 0 0,1 0 0,-1 0 0,1 1 0,0-1 0,0 1 0,0 0 0,0 0 0,0 1 0,1-1 0,-1 1 0,1-1 0,0 1 0,-5 8 0,-4 9-1365,0-3-5461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46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0 24575,'-14'2'0,"0"0"0,0 0 0,1 2 0,-1 0 0,1 0 0,0 1 0,0 1 0,1 0 0,-17 11 0,22-13 0,1 1 0,0 0 0,0 0 0,0 0 0,0 1 0,1 0 0,0 0 0,1 0 0,-1 0 0,1 1 0,0 0 0,1 0 0,-6 13 0,8-14 0,0-1 0,0 0 0,1 0 0,-1 0 0,1 0 0,1 0 0,-1 0 0,0 1 0,1-1 0,0 0 0,1 0 0,-1 0 0,1 0 0,0-1 0,0 1 0,0 0 0,1-1 0,-1 1 0,1-1 0,0 0 0,7 7 0,54 71 0,-59-74 0,0 0 0,0 1 0,-1-1 0,0 1 0,0 0 0,-1 0 0,0 0 0,2 17 0,-5-23 0,0-1 0,0 0 0,0 0 0,0 1 0,-1-1 0,1 0 0,-1 0 0,0 0 0,0 0 0,1 0 0,-1 0 0,0 0 0,-1 0 0,1 0 0,0 0 0,-1 0 0,1 0 0,-1-1 0,1 1 0,-1-1 0,0 1 0,1-1 0,-1 0 0,0 0 0,0 1 0,0-1 0,0 0 0,0-1 0,-1 1 0,1 0 0,0-1 0,0 1 0,0-1 0,-1 0 0,-1 1 0,-13 1 0,-1-1 0,1 0 0,-28-3 0,27 1 0,-177-2-1365,206 3-5461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4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0 24575,'-8'3'0,"-1"0"0,2 0 0,-1 0 0,0 1 0,1 0 0,0 1 0,-9 6 0,12-8 0,-3 2 0,1 0 0,0 1 0,0 0 0,0 0 0,1 0 0,0 1 0,0-1 0,0 1 0,1 1 0,0-1 0,1 0 0,0 1 0,0 0 0,0 0 0,1 0 0,0 0 0,1 0 0,-1 0 0,2 0 0,-1 1 0,1-1 0,1 0 0,-1 0 0,1 1 0,1-1 0,-1 0 0,4 10 0,-1-11 0,-1 1 0,1-1 0,0 0 0,0 0 0,1-1 0,0 1 0,0-1 0,0 0 0,1 0 0,10 8 0,-6-5 0,-1 0 0,0 1 0,11 14 0,-17-20 0,-1 0 0,1 0 0,-1 1 0,0-1 0,0 1 0,0-1 0,-1 1 0,1 0 0,-1-1 0,0 1 0,0 8 0,-1-11 0,-1 0 0,1 0 0,0 0 0,-1-1 0,0 1 0,1 0 0,-1 0 0,0 0 0,0-1 0,0 1 0,0 0 0,0-1 0,0 1 0,0-1 0,-1 1 0,1-1 0,-1 1 0,1-1 0,-1 0 0,1 0 0,-1 0 0,0 0 0,1 0 0,-1 0 0,0 0 0,0-1 0,0 1 0,0-1 0,1 1 0,-1-1 0,-3 1 0,-26 2 0,1 0 0,-1-2 0,-59-5 0,7 0 0,72 4 0,0-1 0,1 0 0,-1-1 0,0 0 0,1-1 0,0 0 0,-1-1 0,1 0 0,0-1 0,1 0 0,-12-8 0,18 11 0,0 0 0,0 0 0,0 0 0,0-1 0,1 1 0,-1-1 0,1 0 0,0 0 0,0 0 0,0 0 0,0 0 0,0 0 0,1 0 0,-1-1 0,1 1 0,0-1 0,0 1 0,0-1 0,1 1 0,-1-1 0,1 0 0,0 1 0,0-1 0,0 1 0,0-1 0,1 0 0,-1 1 0,1-1 0,0 1 0,0-1 0,0 1 0,1-1 0,-1 1 0,1 0 0,0 0 0,3-6 0,2-1 0,0 0 0,1 1 0,0 0 0,1 0 0,-1 0 0,2 1 0,-1 1 0,1 0 0,0 0 0,1 0 0,14-5 0,2 0 0,0 3 0,1 0 0,46-8 0,-64 14 20,1 0 0,0 0 0,0-1 0,-1-1 0,17-9 0,-22 11-134,0 0 0,-1 0-1,1 0 1,-1-1 0,0 0 0,0 0-1,0 0 1,0 0 0,-1-1 0,1 1-1,-1-1 1,5-10 0,-3-4-6712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49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24575,'-11'1'0,"-1"0"0,0 1 0,1 1 0,-18 6 0,-10 2 0,35-10 0,-1 0 0,1 0 0,0 0 0,-1 0 0,1 1 0,0 0 0,0 0 0,0 0 0,0 0 0,0 1 0,1-1 0,-1 1 0,1 0 0,-1 0 0,1 1 0,0-1 0,0 0 0,-4 8 0,4-3 0,0 0 0,0 1 0,1-1 0,0 0 0,1 1 0,0-1 0,0 1 0,1-1 0,0 11 0,1-8 0,0 0 0,0 0 0,1 0 0,0 0 0,1-1 0,0 1 0,9 18 0,3-1 0,24 36 0,13 21 0,-49-77 0,0 0 0,0 0 0,0 0 0,-1 1 0,0-1 0,0 1 0,0 13 0,-2-19 0,0 0 0,0 0 0,0 0 0,0 0 0,0-1 0,-1 1 0,1 0 0,-1 0 0,0 0 0,0-1 0,0 1 0,0 0 0,0-1 0,-1 1 0,1-1 0,-1 1 0,0-1 0,1 0 0,-1 0 0,0 0 0,0 0 0,0 0 0,-1 0 0,1 0 0,-5 2 0,-11 3-227,0 0-1,-1-1 1,0-1-1,0-1 1,-30 2-1,26-4-6598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5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24575,'12'-1'0,"0"0"0,-1-2 0,0 1 0,1-1 0,-1-1 0,19-9 0,-16 7 0,1 0 0,29-6 0,98 0 0,-141 11 0,0 1 0,0 0 0,1 0 0,-1 0 0,0 0 0,1 0 0,-1 0 0,0 0 0,1 1 0,-1-1 0,0 0 0,0 1 0,1-1 0,-1 1 0,0-1 0,0 1 0,0 0 0,0-1 0,0 1 0,0 0 0,0 0 0,0 0 0,0 0 0,0 0 0,0 0 0,0 0 0,0 1 0,1 2 0,-1-1 0,1 1 0,-1 0 0,0 0 0,0-1 0,-1 1 0,1 0 0,-1 0 0,1 5 0,-2 8 0,0 0 0,-1 0 0,-6 22 0,-20 139 0,15-108 0,8-46 0,1 0 0,-1 31 0,4 1-1365,1-31-5461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28:5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24575,'1'-2'0,"-1"1"0,1 0 0,-1-1 0,1 1 0,-1 0 0,1 0 0,0 0 0,0 0 0,0 0 0,0 0 0,0 0 0,0 0 0,0 0 0,0 0 0,0 0 0,0 1 0,0-1 0,1 0 0,-1 1 0,0-1 0,0 1 0,1-1 0,-1 1 0,0 0 0,1 0 0,-1-1 0,2 1 0,45-5 0,-43 5 0,142-19 0,-59 6 0,-56 8 67,54-18 0,3 0-1566,-68 20-5327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2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1155 0 24575,'-1'9'0,"0"0"0,-1-1 0,0 1 0,0-1 0,-1 1 0,0-1 0,-1 0 0,-5 10 0,3-7 0,1 0 0,1 0 0,-6 20 0,3-4 0,-2 0 0,0 0 0,-13 24 0,10-24 0,1 0 0,-12 45 0,13-31 0,4-20 0,2 0 0,-5 39 0,6-32 0,-1 1 0,-1-1 0,-12 32 0,9-32 0,1 1 0,-6 58 0,9-55 0,-9 42 0,1-7 0,-18 105 0,25-146 0,-2-1 0,-1 1 0,-19 41 0,-8 24 0,18-44 0,-2 0 0,-38 65 0,11-23 0,-24 42 0,55-94 0,-17 69 0,21-66 0,-24 60 0,-42 117 0,67-189 0,2 0 0,-11 57 0,14-53 0,-2 1 0,-13 33 0,-38 135 0,-26-5 0,54-130 0,-24 53 0,33-78 0,3 0 0,-19 61 0,25-78 120,11-23-143,1-1 0,0 0 0,0 1 1,-1-1-1,1 0 0,0 1 0,0-1 0,-1 0 0,1 0 1,0 0-1,-1 1 0,1-1 0,0 0 0,-1 0 0,1 0 0,0 0 1,-1 1-1,1-1 0,-1 0 0,1 0 0,0 0 0,-1 0 1,1 0-1,0 0 0,-1 0 0,1 0 0,-1 0 0,1 0 0,0 0 1,-1-1-1,1 1 0,0 0 0,-1 0 0,1 0 0,0 0 0,-1 0 1,1-1-1,0 1 0,-1 0 0,1 0 0,0-1 0,-1 1 1,1 0-1,0-1 0,0 1 0,0 0 0,-1 0 0,1-1 0,0 1 1,0-1-1,0 1 0,0 0 0,-1-1 0,1 1 0,0 0 1,0-1-1,0 1 0,0 0 0,0-1 0,0 1 0,0-1 0,0 1 1,0 0-1,0-1 0,-3-13-6803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28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24575,'2'2'0,"1"0"0,0 0 0,-1 0 0,1 0 0,-1 0 0,0 0 0,1 1 0,-1-1 0,0 1 0,-1-1 0,1 1 0,0 0 0,1 5 0,7 7 0,51 76 0,-48-68 0,1-1 0,1 0 0,35 36 0,-26-34 0,1-1 0,1-1 0,51 32 0,-36-30 0,8 3 0,-2 3 0,69 55 0,-50-8 0,-52-61 0,0-1 0,1-1 0,1 0 0,0-1 0,34 21 0,-33-23 0,-1 2 0,28 25 0,-11-8 0,-11-9 0,-1 2 0,30 39 0,11 12 0,-34-41 0,-2 1 0,23 38 0,-27-38 0,72 132 0,-66-119 0,-13-19 0,2 0 0,32 39 0,-35-50 0,-2 2 0,14 23 0,-16-24 0,2 0 0,24 30 0,-13-20 0,32 52 0,-38-54 0,1 0 0,41 45 0,-27-43 0,70 49 0,3 1 0,-45-40 0,-50-33 0,0 1 0,0 0 0,0 0 0,-1 1 0,10 9 0,-7-5 0,0-2 0,1 0 0,0 0 0,0-1 0,16 7 0,3 2 0,24 6 0,-48-21 0,0 1 0,0 0 0,0 1 0,0-1 0,0 1 0,0 1 0,-1 0 0,11 9 0,50 40 0,-53-44 0,-1 0 0,-1 1 0,0 1 0,15 16 0,23 36 0,80 136 0,-117-181-101,0-2 0,1 0 0,1 0 1,1-2-1,0 0 0,1-1 0,22 14 0,-27-19-457,2 1-6268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3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24575,'0'-2'0,"1"1"0,-1 0 0,1 0 0,0-1 0,0 1 0,0 0 0,0 0 0,0 0 0,0 0 0,0 0 0,0 0 0,0 0 0,0 0 0,0 0 0,0 0 0,1 1 0,-1-1 0,0 1 0,3-2 0,35-13 0,-28 11 0,24-8 0,44-8 0,23-8 0,-64 13 0,-24 9 0,-1 1 0,1 0 0,0 1 0,0 0 0,26-2 0,70-11 0,-48 5 0,-24 5 0,-1-1 0,0-2 0,-1-2 0,38-18 0,-60 25 0,0 1 0,0 1 0,0 0 0,0 0 0,0 2 0,0 0 0,18 0 0,-13 1 0,0-1 0,1-1 0,20-5 0,-12 1-341,0 2 0,0 0-1,43 1 1,-46 3-6485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3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754 2 24575,'-31'0'0,"-3"-1"0,-1 1 0,1 1 0,0 2 0,0 1 0,0 2 0,0 1 0,-34 13 0,-11 7 0,56-21 0,1 1 0,1 1 0,-1 1 0,1 1 0,1 0 0,-35 25 0,53-34 0,0 0 0,1 0 0,-1 0 0,1 0 0,0 0 0,-1 0 0,1 1 0,0-1 0,0 1 0,-1-1 0,1 0 0,0 1 0,0 0 0,1-1 0,-1 1 0,0-1 0,1 1 0,-1 0 0,1 0 0,-1-1 0,1 1 0,0 0 0,-1 0 0,1 0 0,0-1 0,0 1 0,1 0 0,-1 0 0,0 0 0,1-1 0,-1 1 0,1 0 0,-1 0 0,1-1 0,0 1 0,-1 0 0,1-1 0,0 1 0,0-1 0,1 1 0,-1-1 0,0 0 0,0 1 0,2 0 0,8 7 0,0-1 0,1-1 0,0 0 0,0 0 0,14 5 0,9 5 0,-3 1 0,-16-10 0,0 1 0,-1 1 0,0 1 0,14 12 0,15 9 0,-31-24 0,0 0 0,-1 2 0,16 14 0,-26-22 0,0 0 0,0 0 0,0 0 0,-1 0 0,1 1 0,0-1 0,-1 1 0,0-1 0,0 1 0,1-1 0,-1 1 0,-1 0 0,1 0 0,0-1 0,-1 1 0,1 0 0,-1 0 0,0 0 0,0 0 0,0 0 0,0-1 0,-1 1 0,0 3 0,-1-3 0,1 1 0,-1-1 0,0 0 0,-1 0 0,1 0 0,0 0 0,-1-1 0,0 1 0,0-1 0,1 1 0,-1-1 0,-1 0 0,1 0 0,0 0 0,0-1 0,-1 1 0,1-1 0,-1 1 0,-4 0 0,-5 2 0,-2-1 0,1 0 0,-23 2 0,-77 9 0,79-8 0,0-1 0,-1-2 0,-61-3 0,94 0-59,1 0 0,-1-1-1,0 1 1,1-1-1,-1 0 1,1 1 0,-1-1-1,1 0 1,-1 0 0,1-1-1,-1 1 1,1 0 0,0-1-1,0 0 1,0 1-1,0-1 1,0 0 0,0 0-1,0 0 1,1 0 0,-1 0-1,-1-5 1,-5-10-6767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3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24575,'0'4'0,"0"8"0,0 5 0,0 6 0,0 3 0,0 3 0,0 1 0,0 0 0,0 0 0,0-1 0,5-4 0,2-2 0,-1 0 0,-1 1 0,3-4 0,6-4 0,0-6-8191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35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24575,'-17'0'0,"-1"0"0,1 2 0,0 0 0,1 0 0,-1 2 0,0 0 0,1 1 0,0 0 0,0 2 0,0 0 0,1 0 0,0 2 0,0 0 0,-19 15 0,31-21 0,0 1 0,0-1 0,0 0 0,1 1 0,-1-1 0,1 1 0,0 0 0,0 0 0,0 0 0,1 0 0,-1 0 0,1 0 0,0 0 0,0 0 0,0 1 0,1-1 0,-1 0 0,1 1 0,0-1 0,1 0 0,-1 1 0,1-1 0,-1 0 0,1 0 0,1 1 0,-1-1 0,1 0 0,-1 0 0,1 0 0,0 0 0,4 4 0,1 3 0,0 0 0,1-1 0,0 0 0,1 0 0,0-1 0,1 0 0,0-1 0,0 0 0,14 8 0,94 50 0,-111-62 0,-1 0 0,0 1 0,0 0 0,0-1 0,0 2 0,-1-1 0,0 1 0,0 0 0,0 0 0,7 13 0,-11-18 0,0 1 0,0 0 0,-1 0 0,1 0 0,0 0 0,-1 0 0,1 0 0,-1 0 0,0 0 0,0 0 0,0 0 0,0 0 0,0 0 0,0 0 0,0 0 0,0 0 0,-1-1 0,0 4 0,-1-3 0,1 0 0,0-1 0,-1 1 0,1 0 0,-1-1 0,0 1 0,1-1 0,-1 1 0,0-1 0,0 0 0,0 0 0,0 0 0,0 0 0,0 0 0,0 0 0,-1 0 0,1-1 0,0 1 0,0-1 0,-3 0 0,-119 25-1365,102-22-5461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3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24575,'113'-2'0,"122"5"0,-232-3 0,-1 0 0,1 1 0,0-1 0,0 1 0,-1 0 0,1 0 0,-1 0 0,1 0 0,0 0 0,-1 1 0,0-1 0,1 1 0,-1-1 0,0 1 0,0 0 0,0 0 0,0 0 0,0 0 0,2 4 0,-1-1 0,-1-1 0,0 0 0,0 1 0,-1 0 0,1-1 0,-1 1 0,0 0 0,-1 0 0,1 0 0,-1 8 0,0-5 0,0 0 0,-1 0 0,0 0 0,0-1 0,-1 1 0,0 0 0,-1-1 0,1 1 0,-1-1 0,-1 0 0,1 0 0,-1 0 0,-1-1 0,-5 8 0,-4-1 0,-1-2 0,-22 15 0,-8 6 0,44-32 0,1 1 0,-1-1 0,1 0 0,-1 0 0,1 0 0,0 1 0,-1-1 0,1 0 0,0 0 0,-1 1 0,1-1 0,0 0 0,-1 1 0,1-1 0,0 0 0,0 1 0,-1-1 0,1 1 0,0-1 0,0 0 0,0 1 0,0-1 0,-1 1 0,1-1 0,0 1 0,0-1 0,0 0 0,0 1 0,0-1 0,0 1 0,0-1 0,0 1 0,0-1 0,0 1 0,1-1 0,-1 0 0,0 1 0,0-1 0,0 1 0,0-1 0,1 0 0,-1 1 0,1 0 0,23 8 0,35-5 0,-59-4 0,70 1 0,0-3 0,117-17 0,-133 11-36,1 3-1,109 5 0,-79 1-1218,-73-1-5571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3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24575,'-10'2'0,"1"0"0,-1 0 0,1 1 0,0 0 0,0 1 0,0 0 0,1 0 0,-1 1 0,1 0 0,-11 9 0,-26 14 0,23-16 0,0 1 0,-36 29 0,56-40 0,0-1 0,0 1 0,0 0 0,0 0 0,0 0 0,0 0 0,1 0 0,-1 1 0,1-1 0,-1 0 0,1 1 0,0-1 0,0 1 0,0-1 0,0 1 0,0-1 0,0 5 0,1-5 0,1 0 0,-1 0 0,0 0 0,1 0 0,-1 1 0,1-1 0,0 0 0,0-1 0,-1 1 0,1 0 0,0 0 0,1 0 0,-1 0 0,0-1 0,0 1 0,1-1 0,2 3 0,2 1 0,0-1 0,0 0 0,0 0 0,0-1 0,1 0 0,-1 0 0,1 0 0,0-1 0,0 0 0,0 0 0,12 1 0,-17-3 0,42 3 0,0 3 0,63 15 0,-95-18 0,-1 1 0,1 0 0,-1 1 0,0 0 0,0 0 0,0 2 0,-1-1 0,0 1 0,0 1 0,-1-1 0,1 2 0,-2-1 0,16 20 0,-23-26 0,1 0 0,-1-1 0,0 1 0,0 0 0,0 0 0,0 0 0,0 0 0,0 0 0,0 0 0,0 0 0,-1 0 0,0 1 0,1-1 0,-1 0 0,0 0 0,0 0 0,0 0 0,0 1 0,0-1 0,0 0 0,-1 0 0,1 0 0,-1 0 0,0 1 0,1-1 0,-1 0 0,0 0 0,0 0 0,0-1 0,-1 1 0,1 0 0,0 0 0,-1-1 0,1 1 0,-1 0 0,0-1 0,1 0 0,-1 1 0,0-1 0,0 0 0,0 0 0,0 0 0,0 0 0,0 0 0,-3 1 0,-13 4 0,1 0 0,-1-1 0,0-1 0,-24 3 0,30-5 0,-40 4-329,0-3-1,-58-3 0,100 0-46,-3 0-6450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38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24575,'1'-2'0,"-1"1"0,1 0 0,-1 0 0,1-1 0,0 1 0,-1 0 0,1 0 0,0 0 0,0 0 0,0 0 0,0 0 0,0 0 0,0 0 0,0 0 0,0 0 0,0 1 0,1-1 0,-1 0 0,0 1 0,0-1 0,1 1 0,-1-1 0,0 1 0,1 0 0,-1 0 0,0 0 0,3-1 0,43-4 0,-41 5 0,16-2 0,53-1 0,-71 3 0,0 0 0,1 1 0,-1-1 0,0 1 0,0 0 0,0 0 0,0 0 0,0 0 0,0 1 0,0 0 0,-1-1 0,1 2 0,6 3 0,-9-5 0,0 0 0,-1 0 0,1 0 0,0-1 0,0 1 0,-1 0 0,1 0 0,0 0 0,-1 0 0,1 1 0,-1-1 0,0 0 0,1 0 0,-1 0 0,0 0 0,1 0 0,-1 1 0,0-1 0,0 0 0,0 0 0,0 0 0,0 1 0,-1-1 0,1 0 0,0 0 0,0 0 0,-1 0 0,1 0 0,-1 0 0,1 1 0,-1-1 0,1 0 0,-1 0 0,0 0 0,1 0 0,-1-1 0,-1 2 0,-4 4 0,0 0 0,-1-1 0,1 0 0,-12 7 0,-3 2 0,21-13 0,-1-1 0,1 0 0,0 0 0,0 1 0,0-1 0,0 0 0,0 0 0,0 1 0,0-1 0,0 0 0,0 0 0,0 1 0,0-1 0,0 0 0,0 0 0,0 1 0,0-1 0,0 0 0,0 0 0,0 0 0,1 1 0,-1-1 0,0 0 0,0 0 0,0 1 0,0-1 0,0 0 0,1 0 0,-1 0 0,0 0 0,0 1 0,0-1 0,0 0 0,1 0 0,-1 0 0,0 0 0,0 0 0,1 0 0,-1 1 0,0-1 0,0 0 0,1 0 0,-1 0 0,0 0 0,0 0 0,0 0 0,1 0 0,-1 0 0,1 0 0,20 6 0,-9-3 0,-10-2-4,0 0 0,0 0 0,0 0-1,0 0 1,-1 0 0,1 0 0,0 0-1,-1 0 1,1 1 0,-1-1 0,1 1-1,-1-1 1,0 1 0,0-1 0,0 1 0,0 0-1,0 0 1,2 3 0,-3-3 14,0-1 0,0 1 0,0-1 0,0 1 0,0-1 0,-1 1 0,1-1 0,0 1 0,-1-1 0,1 1 0,-1-1 0,0 0 0,1 1 0,-1-1 0,0 0 0,0 1 0,0-1 0,0 0 0,-1 2 0,-3 2-159,-1-1 1,1 1-1,-1-1 1,0 0-1,0 0 1,-1-1-1,1 0 1,-1 0-1,-7 2 1,-7 1-6678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3039 0 24575,'0'5'0,"-1"1"0,0-1 0,0 1 0,0-1 0,-1 0 0,0 0 0,0 1 0,0-1 0,-1-1 0,-5 9 0,-38 47 0,29-40 0,-33 37 0,-2-2 0,-3-3 0,-1-2 0,-97 65 0,12-4 0,-80 44 0,-107 123 0,301-257 0,1 2 0,1 1 0,1 0 0,1 2 0,1 1 0,1 1 0,2 0 0,-27 53 0,35-60 0,-1 0 0,-1-1 0,-17 21 0,-13 20 0,-20 26 0,42-60 0,1 0 0,-28 53 0,44-75 0,1 1 0,-1-1 0,0 0 0,-1 0 0,1 0 0,-1 0 0,0-1 0,0 0 0,0 0 0,-1 0 0,-8 4 0,-31 25 0,34-23 0,-2-1 0,1-1 0,-1 1 0,0-2 0,-1 0 0,0-1 0,-17 6 0,-37 19 0,9-5 0,48-22 0,-1 0 0,1 1 0,0 1 0,1 0 0,-1 0 0,-17 15 0,16-12 0,0 0 0,-1-1 0,0 0 0,-23 9 0,-7 5 0,-125 68 0,141-73 0,-41 33 0,24-16 0,-95 81 0,12-13 0,-23 8 0,65-51-1365,71-48-5461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0 24575,'-8'1'0,"0"0"0,0 1 0,0 0 0,1 0 0,-1 1 0,0 0 0,1 0 0,-1 0 0,1 1 0,-9 7 0,-5 3 0,1 2 0,-19 17 0,35-30 0,0 1 0,0 0 0,0 0 0,0 0 0,1 0 0,0 1 0,0 0 0,0-1 0,0 1 0,1 0 0,0 0 0,0 0 0,-2 11 0,4-12 0,0-1 0,0 1 0,0-1 0,1 0 0,0 1 0,0-1 0,0 1 0,0-1 0,0 0 0,1 0 0,-1 0 0,1 0 0,0 0 0,0 0 0,0 0 0,0 0 0,0-1 0,1 1 0,-1-1 0,1 1 0,0-1 0,5 3 0,-2-1 0,6 5 0,-1-1 0,0 1 0,-1 1 0,0 0 0,13 16 0,-21-23 0,0 0 0,-1-1 0,1 1 0,-1 0 0,1 0 0,-1 1 0,0-1 0,0 0 0,0 0 0,-1 0 0,1 1 0,-1-1 0,0 0 0,0 1 0,0-1 0,0 0 0,0 1 0,-1-1 0,1 0 0,-1 1 0,0-1 0,0 0 0,-1 0 0,1 0 0,0 0 0,-1 0 0,0 0 0,0 0 0,-3 3 0,-1 2 0,0-1 0,-1 0 0,0 0 0,-1 0 0,0-1 0,0 0 0,0 0 0,-18 8 0,1-3 0,-50 14 0,50-17 0,0 0 0,-34 18 0,42-15-1365,4 1-5461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8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24575,'-8'1'0,"0"0"0,0 1 0,0 0 0,1 0 0,-1 1 0,1 0 0,-1 1 0,1-1 0,0 1 0,0 1 0,0-1 0,1 1 0,-11 11 0,14-14 0,1 0 0,0 1 0,0 0 0,0-1 0,0 1 0,0 0 0,0 0 0,1 0 0,0 0 0,-1 0 0,1 0 0,0 0 0,0 0 0,1 0 0,-1 5 0,1-5 0,0 0 0,1-1 0,0 1 0,-1-1 0,1 1 0,0-1 0,0 1 0,0-1 0,1 0 0,-1 1 0,0-1 0,1 0 0,0 0 0,-1 0 0,1 0 0,0 0 0,0 0 0,0-1 0,0 1 0,0-1 0,1 1 0,2 0 0,-3-1 0,6 4 0,0 0 0,-1 0 0,1 1 0,-1 0 0,11 11 0,-17-16 0,0 1 0,0-1 0,0 1 0,0 0 0,0-1 0,0 1 0,0 0 0,0 0 0,-1-1 0,1 1 0,-1 0 0,1 0 0,-1 0 0,0 0 0,0 0 0,0 0 0,0 0 0,0 0 0,0 0 0,0 0 0,-1-1 0,1 1 0,-1 0 0,1 0 0,-1 0 0,0 0 0,0-1 0,0 1 0,0 0 0,0-1 0,0 1 0,0-1 0,0 1 0,-3 1 0,-1 3-136,-1-1-1,0 0 1,-1 0-1,1-1 1,-1 0-1,1 0 1,-1 0-1,-1-1 0,-7 3 1,-5 0-6690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8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24575,'5'-1'0,"0"-1"0,0 1 0,0-1 0,0 0 0,-1 0 0,1-1 0,4-2 0,9-5 0,13-1 0,0 2 0,1 0 0,55-6 0,-8 2 0,-74 11-124,0 0 0,0 0 0,0 0 0,0 0 0,-1-1 0,1 1-1,-1-1 1,0 0 0,0-1 0,4-3 0,5-4-6702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24575,'2'35'0,"2"1"0,1-1 0,20 65 0,-4-15 0,6-1 0,-20-70 0,-2 1 0,0 0 0,0 0 0,-1 1 0,2 26 0,-5 59 0,-1-65 0,0-1 0,2 0 0,11 59 0,-8-69 0,-2 0 0,-1 1 0,-1 40 0,-2-43 0,1 1 0,1-1 0,1 1 0,9 34 0,-8-43-195,2 0 0,0 0 0,1 0 0,0-1 0,1 0 0,13 18 0,-10-17-6631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24575,'-14'-1'0,"0"2"0,0 0 0,1 1 0,-1 0 0,1 1 0,-1 1 0,-19 7 0,30-10 0,0 1 0,1-1 0,-1 0 0,0 1 0,0 0 0,1 0 0,-1 0 0,1 0 0,0 0 0,0 0 0,0 1 0,0-1 0,0 1 0,0-1 0,0 1 0,1 0 0,-1-1 0,1 1 0,0 0 0,0 0 0,0 0 0,0 0 0,1 0 0,-1 1 0,1-1 0,0 0 0,0 0 0,0 0 0,0 0 0,0 0 0,1 1 0,-1-1 0,1 0 0,0 0 0,0 0 0,0 0 0,0 0 0,3 4 0,2 2 0,-1 0 0,2 0 0,-1-1 0,12 12 0,-8-10 0,-2 0 0,1 1 0,-1-1 0,8 16 0,-15-23 0,0-1 0,0 1 0,0-1 0,0 1 0,0-1 0,0 1 0,-1-1 0,1 1 0,-1 0 0,0-1 0,0 1 0,0 0 0,0-1 0,-1 1 0,1 0 0,0-1 0,-1 1 0,0-1 0,0 1 0,0-1 0,0 1 0,0-1 0,0 0 0,-1 1 0,1-1 0,-2 2 0,-1-1-80,0 0 0,0 0-1,0 0 1,0-1 0,0 0-1,0 0 1,0 0 0,-1 0-1,1-1 1,-1 1 0,1-1 0,-1 0-1,0-1 1,0 1 0,1-1-1,-6 0 1,-3 1-6746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2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24575,'0'5'0,"0"6"0,0 7 0,0 5 0,4-2 0,8-4 0,5-5 0,6-5 0,-1-8 0,-1-4 0,3-1 0,-4-4 0,-5-1-8191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4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24575,'5'0'0,"2"5"0,-1 6 0,4 2 0,0 3 0,-2 4 0,-2 4 0,3-3 0,0 0 0,-1 2 0,2-3 0,0-1 0,3 3 0,-1-4 0,-2-4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50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1529 24575,'4'-1'0,"1"-1"0,-1 0 0,0 0 0,0 0 0,1-1 0,-1 1 0,-1-1 0,1 0 0,6-6 0,10-6 0,14-4 0,51-19 0,24-12 0,-62 26 0,70-24 0,-45 20 0,156-44 0,-33 13 0,-99 27 0,-57 20 0,-1-1 0,0-2 0,40-22 0,-30 12 0,63-23 0,-60 28 0,55-31 0,126-65 0,17-9 0,-213 109 0,1 3 0,1 0 0,0 3 0,0 1 0,47-4 0,-66 11 0,2 1 0,-1-1 0,1-1 0,0-1 0,-1-1 0,0 0 0,30-13 0,-30 10 0,1 2 0,0 0 0,1 1 0,26-2 0,0-1 0,109-20 0,-124 21 0,-1-2 0,56-24 0,-56 21 0,0 2 0,45-10 0,-7 3 0,-21 2 0,1-1 0,-2-3 0,65-36 0,-54 21 0,-10 5 0,101-42 0,-115 56 31,39-23 0,-51 25-316,0 0-1,1 2 1,1 1-1,37-10 1,-41 16-6541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5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 24575,'-7'1'0,"0"0"0,1 1 0,0-1 0,-1 1 0,1 1 0,0-1 0,0 1 0,0 0 0,1 1 0,-1-1 0,1 1 0,0 0 0,0 1 0,-5 4 0,-25 18 0,32-25 0,1-1 0,-1 1 0,0 0 0,0 0 0,1 0 0,-1 1 0,1-1 0,0 0 0,0 1 0,0 0 0,0-1 0,0 1 0,0 0 0,1 0 0,0 0 0,-1 0 0,1 0 0,0 1 0,0-1 0,1 0 0,-1 0 0,1 1 0,-1 4 0,3 2 0,0-1 0,0 0 0,0-1 0,1 1 0,1 0 0,7 14 0,1 2 0,-7-12 0,-1 0 0,0 1 0,-1-1 0,0 1 0,-1 0 0,-1 0 0,0 0 0,-2 26 0,0-30 0,0 0 0,0-1 0,-1 1 0,-1-1 0,1 1 0,-1-1 0,-1 0 0,0 0 0,0-1 0,-1 1 0,0-1 0,0 0 0,-9 11 0,1-4 0,-1-1 0,-1-1 0,0 0 0,-1 0 0,0-2 0,0 0 0,-2-1 0,1 0 0,-30 10 0,-49 10-1365,85-28-5461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05:33:51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24575,'-6'1'0,"-1"0"0,0 0 0,1 1 0,-1 0 0,1 0 0,-1 1 0,1-1 0,0 1 0,0 1 0,0-1 0,1 1 0,-1 0 0,1 1 0,0-1 0,0 1 0,0 0 0,-4 6 0,2-2 0,0 0 0,0 1 0,1-1 0,0 1 0,1 1 0,0-1 0,0 1 0,1 0 0,-4 15 0,6-13 0,0 0 0,1 0 0,0 1 0,1-1 0,0 0 0,1 0 0,1 0 0,3 15 0,-4-23 0,1 1 0,0-1 0,0 0 0,0 0 0,1 0 0,0 0 0,0 0 0,0 0 0,0-1 0,1 1 0,0-1 0,0 0 0,0 0 0,0-1 0,1 1 0,-1-1 0,1 0 0,0 0 0,0-1 0,0 1 0,7 1 0,26 6 0,0-1 0,1-2 0,0-2 0,0-1 0,0-2 0,0-2 0,63-8 0,-100 8 0,0 0 0,0 0 0,0 0 0,0 0 0,0-1 0,0 1 0,0-1 0,0 1 0,0-1 0,0 0 0,0 1 0,-1-1 0,1 0 0,0-1 0,0 1 0,-1 0 0,1 0 0,0-1 0,-1 1 0,0-1 0,1 1 0,-1-1 0,0 1 0,0-1 0,0 0 0,0 0 0,0 0 0,0 0 0,0 1 0,-1-1 0,2-4 0,-3 4 0,1 0 0,0 0 0,-1 0 0,1 0 0,-1 0 0,0 0 0,0 0 0,0 0 0,0 0 0,0 1 0,0-1 0,0 0 0,-1 0 0,1 1 0,0-1 0,-1 1 0,1 0 0,-1-1 0,0 1 0,0 0 0,1 0 0,-1 0 0,0 0 0,0 0 0,0 0 0,0 0 0,0 1 0,0-1 0,0 1 0,-4-1 0,-7-1 11,0 1 0,0-1 0,0 2 0,0 0 0,0 1 0,0 0-1,0 1 1,0 0 0,0 1 0,-13 5 0,20-6-82,0 0 1,-1 1-1,1-1 0,0 2 0,0-1 1,0 1-1,1-1 0,-1 1 1,1 1-1,0-1 0,0 1 0,1 0 1,-1 0-1,1 1 0,0-1 1,0 1-1,1 0 0,0 0 0,0 0 1,-4 13-1,3 1-6755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JP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.png"/><Relationship Id="rId21" Type="http://schemas.openxmlformats.org/officeDocument/2006/relationships/customXml" Target="../ink/ink20.xml"/><Relationship Id="rId42" Type="http://schemas.openxmlformats.org/officeDocument/2006/relationships/image" Target="../media/image35.png"/><Relationship Id="rId47" Type="http://schemas.openxmlformats.org/officeDocument/2006/relationships/customXml" Target="../ink/ink33.xml"/><Relationship Id="rId63" Type="http://schemas.openxmlformats.org/officeDocument/2006/relationships/customXml" Target="../ink/ink41.xml"/><Relationship Id="rId68" Type="http://schemas.openxmlformats.org/officeDocument/2006/relationships/image" Target="../media/image48.png"/><Relationship Id="rId2" Type="http://schemas.openxmlformats.org/officeDocument/2006/relationships/image" Target="../media/image15.png"/><Relationship Id="rId16" Type="http://schemas.openxmlformats.org/officeDocument/2006/relationships/image" Target="../media/image22.png"/><Relationship Id="rId29" Type="http://schemas.openxmlformats.org/officeDocument/2006/relationships/customXml" Target="../ink/ink24.xml"/><Relationship Id="rId11" Type="http://schemas.openxmlformats.org/officeDocument/2006/relationships/customXml" Target="../ink/ink15.xml"/><Relationship Id="rId24" Type="http://schemas.openxmlformats.org/officeDocument/2006/relationships/image" Target="../media/image26.png"/><Relationship Id="rId32" Type="http://schemas.openxmlformats.org/officeDocument/2006/relationships/image" Target="../media/image30.png"/><Relationship Id="rId37" Type="http://schemas.openxmlformats.org/officeDocument/2006/relationships/customXml" Target="../ink/ink28.xml"/><Relationship Id="rId40" Type="http://schemas.openxmlformats.org/officeDocument/2006/relationships/image" Target="../media/image34.png"/><Relationship Id="rId45" Type="http://schemas.openxmlformats.org/officeDocument/2006/relationships/customXml" Target="../ink/ink32.xml"/><Relationship Id="rId53" Type="http://schemas.openxmlformats.org/officeDocument/2006/relationships/customXml" Target="../ink/ink36.xml"/><Relationship Id="rId58" Type="http://schemas.openxmlformats.org/officeDocument/2006/relationships/image" Target="../media/image43.png"/><Relationship Id="rId66" Type="http://schemas.openxmlformats.org/officeDocument/2006/relationships/image" Target="../media/image47.png"/><Relationship Id="rId74" Type="http://schemas.openxmlformats.org/officeDocument/2006/relationships/image" Target="../media/image51.png"/><Relationship Id="rId5" Type="http://schemas.openxmlformats.org/officeDocument/2006/relationships/customXml" Target="../ink/ink12.xml"/><Relationship Id="rId61" Type="http://schemas.openxmlformats.org/officeDocument/2006/relationships/customXml" Target="../ink/ink40.xml"/><Relationship Id="rId19" Type="http://schemas.openxmlformats.org/officeDocument/2006/relationships/customXml" Target="../ink/ink19.xml"/><Relationship Id="rId14" Type="http://schemas.openxmlformats.org/officeDocument/2006/relationships/image" Target="../media/image21.png"/><Relationship Id="rId22" Type="http://schemas.openxmlformats.org/officeDocument/2006/relationships/image" Target="../media/image25.png"/><Relationship Id="rId27" Type="http://schemas.openxmlformats.org/officeDocument/2006/relationships/customXml" Target="../ink/ink23.xml"/><Relationship Id="rId30" Type="http://schemas.openxmlformats.org/officeDocument/2006/relationships/image" Target="../media/image29.png"/><Relationship Id="rId35" Type="http://schemas.openxmlformats.org/officeDocument/2006/relationships/customXml" Target="../ink/ink27.xml"/><Relationship Id="rId43" Type="http://schemas.openxmlformats.org/officeDocument/2006/relationships/customXml" Target="../ink/ink31.xml"/><Relationship Id="rId48" Type="http://schemas.openxmlformats.org/officeDocument/2006/relationships/image" Target="../media/image38.png"/><Relationship Id="rId56" Type="http://schemas.openxmlformats.org/officeDocument/2006/relationships/image" Target="../media/image42.png"/><Relationship Id="rId64" Type="http://schemas.openxmlformats.org/officeDocument/2006/relationships/image" Target="../media/image46.png"/><Relationship Id="rId69" Type="http://schemas.openxmlformats.org/officeDocument/2006/relationships/customXml" Target="../ink/ink44.xml"/><Relationship Id="rId8" Type="http://schemas.openxmlformats.org/officeDocument/2006/relationships/image" Target="../media/image18.png"/><Relationship Id="rId51" Type="http://schemas.openxmlformats.org/officeDocument/2006/relationships/customXml" Target="../ink/ink35.xml"/><Relationship Id="rId72" Type="http://schemas.openxmlformats.org/officeDocument/2006/relationships/image" Target="../media/image50.png"/><Relationship Id="rId3" Type="http://schemas.openxmlformats.org/officeDocument/2006/relationships/customXml" Target="../ink/ink11.xml"/><Relationship Id="rId12" Type="http://schemas.openxmlformats.org/officeDocument/2006/relationships/image" Target="../media/image20.png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33" Type="http://schemas.openxmlformats.org/officeDocument/2006/relationships/customXml" Target="../ink/ink26.xml"/><Relationship Id="rId38" Type="http://schemas.openxmlformats.org/officeDocument/2006/relationships/image" Target="../media/image33.png"/><Relationship Id="rId46" Type="http://schemas.openxmlformats.org/officeDocument/2006/relationships/image" Target="../media/image37.png"/><Relationship Id="rId59" Type="http://schemas.openxmlformats.org/officeDocument/2006/relationships/customXml" Target="../ink/ink39.xml"/><Relationship Id="rId67" Type="http://schemas.openxmlformats.org/officeDocument/2006/relationships/customXml" Target="../ink/ink43.xml"/><Relationship Id="rId20" Type="http://schemas.openxmlformats.org/officeDocument/2006/relationships/image" Target="../media/image24.png"/><Relationship Id="rId41" Type="http://schemas.openxmlformats.org/officeDocument/2006/relationships/customXml" Target="../ink/ink30.xml"/><Relationship Id="rId54" Type="http://schemas.openxmlformats.org/officeDocument/2006/relationships/image" Target="../media/image41.png"/><Relationship Id="rId62" Type="http://schemas.openxmlformats.org/officeDocument/2006/relationships/image" Target="../media/image45.png"/><Relationship Id="rId70" Type="http://schemas.openxmlformats.org/officeDocument/2006/relationships/image" Target="../media/image49.png"/><Relationship Id="rId75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28" Type="http://schemas.openxmlformats.org/officeDocument/2006/relationships/image" Target="../media/image28.png"/><Relationship Id="rId36" Type="http://schemas.openxmlformats.org/officeDocument/2006/relationships/image" Target="../media/image32.png"/><Relationship Id="rId49" Type="http://schemas.openxmlformats.org/officeDocument/2006/relationships/customXml" Target="../ink/ink34.xml"/><Relationship Id="rId57" Type="http://schemas.openxmlformats.org/officeDocument/2006/relationships/customXml" Target="../ink/ink38.xml"/><Relationship Id="rId10" Type="http://schemas.openxmlformats.org/officeDocument/2006/relationships/image" Target="../media/image19.png"/><Relationship Id="rId31" Type="http://schemas.openxmlformats.org/officeDocument/2006/relationships/customXml" Target="../ink/ink25.xml"/><Relationship Id="rId44" Type="http://schemas.openxmlformats.org/officeDocument/2006/relationships/image" Target="../media/image36.png"/><Relationship Id="rId52" Type="http://schemas.openxmlformats.org/officeDocument/2006/relationships/image" Target="../media/image40.png"/><Relationship Id="rId60" Type="http://schemas.openxmlformats.org/officeDocument/2006/relationships/image" Target="../media/image44.png"/><Relationship Id="rId65" Type="http://schemas.openxmlformats.org/officeDocument/2006/relationships/customXml" Target="../ink/ink42.xml"/><Relationship Id="rId73" Type="http://schemas.openxmlformats.org/officeDocument/2006/relationships/customXml" Target="../ink/ink46.xml"/><Relationship Id="rId4" Type="http://schemas.openxmlformats.org/officeDocument/2006/relationships/image" Target="../media/image16.png"/><Relationship Id="rId9" Type="http://schemas.openxmlformats.org/officeDocument/2006/relationships/customXml" Target="../ink/ink14.xml"/><Relationship Id="rId13" Type="http://schemas.openxmlformats.org/officeDocument/2006/relationships/customXml" Target="../ink/ink16.xml"/><Relationship Id="rId18" Type="http://schemas.openxmlformats.org/officeDocument/2006/relationships/image" Target="../media/image23.png"/><Relationship Id="rId39" Type="http://schemas.openxmlformats.org/officeDocument/2006/relationships/customXml" Target="../ink/ink29.xml"/><Relationship Id="rId34" Type="http://schemas.openxmlformats.org/officeDocument/2006/relationships/image" Target="../media/image31.png"/><Relationship Id="rId50" Type="http://schemas.openxmlformats.org/officeDocument/2006/relationships/image" Target="../media/image39.png"/><Relationship Id="rId55" Type="http://schemas.openxmlformats.org/officeDocument/2006/relationships/customXml" Target="../ink/ink37.xml"/><Relationship Id="rId76" Type="http://schemas.openxmlformats.org/officeDocument/2006/relationships/image" Target="../media/image52.png"/><Relationship Id="rId7" Type="http://schemas.openxmlformats.org/officeDocument/2006/relationships/customXml" Target="../ink/ink13.xml"/><Relationship Id="rId71" Type="http://schemas.openxmlformats.org/officeDocument/2006/relationships/customXml" Target="../ink/ink4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.xml"/><Relationship Id="rId18" Type="http://schemas.openxmlformats.org/officeDocument/2006/relationships/image" Target="../media/image60.png"/><Relationship Id="rId26" Type="http://schemas.openxmlformats.org/officeDocument/2006/relationships/image" Target="../media/image64.png"/><Relationship Id="rId39" Type="http://schemas.openxmlformats.org/officeDocument/2006/relationships/customXml" Target="../ink/ink66.xml"/><Relationship Id="rId21" Type="http://schemas.openxmlformats.org/officeDocument/2006/relationships/customXml" Target="../ink/ink57.xml"/><Relationship Id="rId34" Type="http://schemas.openxmlformats.org/officeDocument/2006/relationships/image" Target="../media/image68.png"/><Relationship Id="rId42" Type="http://schemas.openxmlformats.org/officeDocument/2006/relationships/image" Target="../media/image72.png"/><Relationship Id="rId47" Type="http://schemas.openxmlformats.org/officeDocument/2006/relationships/customXml" Target="../ink/ink70.xml"/><Relationship Id="rId50" Type="http://schemas.openxmlformats.org/officeDocument/2006/relationships/image" Target="../media/image76.png"/><Relationship Id="rId7" Type="http://schemas.openxmlformats.org/officeDocument/2006/relationships/customXml" Target="../ink/ink50.xml"/><Relationship Id="rId2" Type="http://schemas.openxmlformats.org/officeDocument/2006/relationships/image" Target="../media/image15.png"/><Relationship Id="rId16" Type="http://schemas.openxmlformats.org/officeDocument/2006/relationships/image" Target="../media/image59.png"/><Relationship Id="rId29" Type="http://schemas.openxmlformats.org/officeDocument/2006/relationships/customXml" Target="../ink/ink61.xml"/><Relationship Id="rId11" Type="http://schemas.openxmlformats.org/officeDocument/2006/relationships/customXml" Target="../ink/ink52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37" Type="http://schemas.openxmlformats.org/officeDocument/2006/relationships/customXml" Target="../ink/ink65.xml"/><Relationship Id="rId40" Type="http://schemas.openxmlformats.org/officeDocument/2006/relationships/image" Target="../media/image71.png"/><Relationship Id="rId45" Type="http://schemas.openxmlformats.org/officeDocument/2006/relationships/customXml" Target="../ink/ink69.xml"/><Relationship Id="rId53" Type="http://schemas.openxmlformats.org/officeDocument/2006/relationships/customXml" Target="../ink/ink73.xml"/><Relationship Id="rId5" Type="http://schemas.openxmlformats.org/officeDocument/2006/relationships/customXml" Target="../ink/ink49.xml"/><Relationship Id="rId10" Type="http://schemas.openxmlformats.org/officeDocument/2006/relationships/image" Target="../media/image56.png"/><Relationship Id="rId19" Type="http://schemas.openxmlformats.org/officeDocument/2006/relationships/customXml" Target="../ink/ink56.xml"/><Relationship Id="rId31" Type="http://schemas.openxmlformats.org/officeDocument/2006/relationships/customXml" Target="../ink/ink62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4" Type="http://schemas.openxmlformats.org/officeDocument/2006/relationships/image" Target="../media/image53.png"/><Relationship Id="rId9" Type="http://schemas.openxmlformats.org/officeDocument/2006/relationships/customXml" Target="../ink/ink51.xml"/><Relationship Id="rId14" Type="http://schemas.openxmlformats.org/officeDocument/2006/relationships/image" Target="../media/image58.png"/><Relationship Id="rId22" Type="http://schemas.openxmlformats.org/officeDocument/2006/relationships/image" Target="../media/image62.png"/><Relationship Id="rId27" Type="http://schemas.openxmlformats.org/officeDocument/2006/relationships/customXml" Target="../ink/ink60.xml"/><Relationship Id="rId30" Type="http://schemas.openxmlformats.org/officeDocument/2006/relationships/image" Target="../media/image66.png"/><Relationship Id="rId35" Type="http://schemas.openxmlformats.org/officeDocument/2006/relationships/customXml" Target="../ink/ink64.xml"/><Relationship Id="rId43" Type="http://schemas.openxmlformats.org/officeDocument/2006/relationships/customXml" Target="../ink/ink68.xml"/><Relationship Id="rId48" Type="http://schemas.openxmlformats.org/officeDocument/2006/relationships/image" Target="../media/image75.png"/><Relationship Id="rId8" Type="http://schemas.openxmlformats.org/officeDocument/2006/relationships/image" Target="../media/image55.png"/><Relationship Id="rId51" Type="http://schemas.openxmlformats.org/officeDocument/2006/relationships/customXml" Target="../ink/ink72.xml"/><Relationship Id="rId3" Type="http://schemas.openxmlformats.org/officeDocument/2006/relationships/customXml" Target="../ink/ink48.xml"/><Relationship Id="rId12" Type="http://schemas.openxmlformats.org/officeDocument/2006/relationships/image" Target="../media/image57.png"/><Relationship Id="rId17" Type="http://schemas.openxmlformats.org/officeDocument/2006/relationships/customXml" Target="../ink/ink55.xml"/><Relationship Id="rId25" Type="http://schemas.openxmlformats.org/officeDocument/2006/relationships/customXml" Target="../ink/ink59.xml"/><Relationship Id="rId33" Type="http://schemas.openxmlformats.org/officeDocument/2006/relationships/customXml" Target="../ink/ink63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20" Type="http://schemas.openxmlformats.org/officeDocument/2006/relationships/image" Target="../media/image61.png"/><Relationship Id="rId41" Type="http://schemas.openxmlformats.org/officeDocument/2006/relationships/customXml" Target="../ink/ink67.xml"/><Relationship Id="rId54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5" Type="http://schemas.openxmlformats.org/officeDocument/2006/relationships/customXml" Target="../ink/ink54.xml"/><Relationship Id="rId23" Type="http://schemas.openxmlformats.org/officeDocument/2006/relationships/customXml" Target="../ink/ink58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7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9.xml"/><Relationship Id="rId18" Type="http://schemas.openxmlformats.org/officeDocument/2006/relationships/image" Target="../media/image87.png"/><Relationship Id="rId26" Type="http://schemas.openxmlformats.org/officeDocument/2006/relationships/image" Target="../media/image91.png"/><Relationship Id="rId39" Type="http://schemas.openxmlformats.org/officeDocument/2006/relationships/customXml" Target="../ink/ink92.xml"/><Relationship Id="rId21" Type="http://schemas.openxmlformats.org/officeDocument/2006/relationships/customXml" Target="../ink/ink83.xml"/><Relationship Id="rId34" Type="http://schemas.openxmlformats.org/officeDocument/2006/relationships/image" Target="../media/image95.png"/><Relationship Id="rId42" Type="http://schemas.openxmlformats.org/officeDocument/2006/relationships/image" Target="../media/image99.png"/><Relationship Id="rId7" Type="http://schemas.openxmlformats.org/officeDocument/2006/relationships/customXml" Target="../ink/ink76.xml"/><Relationship Id="rId2" Type="http://schemas.openxmlformats.org/officeDocument/2006/relationships/image" Target="../media/image79.jpeg"/><Relationship Id="rId16" Type="http://schemas.openxmlformats.org/officeDocument/2006/relationships/image" Target="../media/image86.png"/><Relationship Id="rId20" Type="http://schemas.openxmlformats.org/officeDocument/2006/relationships/image" Target="../media/image88.png"/><Relationship Id="rId29" Type="http://schemas.openxmlformats.org/officeDocument/2006/relationships/customXml" Target="../ink/ink87.xml"/><Relationship Id="rId41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customXml" Target="../ink/ink78.xml"/><Relationship Id="rId24" Type="http://schemas.openxmlformats.org/officeDocument/2006/relationships/image" Target="../media/image90.png"/><Relationship Id="rId32" Type="http://schemas.openxmlformats.org/officeDocument/2006/relationships/image" Target="../media/image94.png"/><Relationship Id="rId37" Type="http://schemas.openxmlformats.org/officeDocument/2006/relationships/customXml" Target="../ink/ink91.xml"/><Relationship Id="rId40" Type="http://schemas.openxmlformats.org/officeDocument/2006/relationships/image" Target="../media/image98.png"/><Relationship Id="rId5" Type="http://schemas.openxmlformats.org/officeDocument/2006/relationships/customXml" Target="../ink/ink75.xml"/><Relationship Id="rId15" Type="http://schemas.openxmlformats.org/officeDocument/2006/relationships/customXml" Target="../ink/ink80.xml"/><Relationship Id="rId23" Type="http://schemas.openxmlformats.org/officeDocument/2006/relationships/customXml" Target="../ink/ink84.xml"/><Relationship Id="rId28" Type="http://schemas.openxmlformats.org/officeDocument/2006/relationships/image" Target="../media/image92.png"/><Relationship Id="rId36" Type="http://schemas.openxmlformats.org/officeDocument/2006/relationships/image" Target="../media/image96.png"/><Relationship Id="rId10" Type="http://schemas.openxmlformats.org/officeDocument/2006/relationships/image" Target="../media/image83.png"/><Relationship Id="rId19" Type="http://schemas.openxmlformats.org/officeDocument/2006/relationships/customXml" Target="../ink/ink82.xml"/><Relationship Id="rId31" Type="http://schemas.openxmlformats.org/officeDocument/2006/relationships/customXml" Target="../ink/ink88.xml"/><Relationship Id="rId4" Type="http://schemas.openxmlformats.org/officeDocument/2006/relationships/image" Target="../media/image80.png"/><Relationship Id="rId9" Type="http://schemas.openxmlformats.org/officeDocument/2006/relationships/customXml" Target="../ink/ink77.xml"/><Relationship Id="rId14" Type="http://schemas.openxmlformats.org/officeDocument/2006/relationships/image" Target="../media/image85.png"/><Relationship Id="rId22" Type="http://schemas.openxmlformats.org/officeDocument/2006/relationships/image" Target="../media/image89.png"/><Relationship Id="rId27" Type="http://schemas.openxmlformats.org/officeDocument/2006/relationships/customXml" Target="../ink/ink86.xml"/><Relationship Id="rId30" Type="http://schemas.openxmlformats.org/officeDocument/2006/relationships/image" Target="../media/image93.png"/><Relationship Id="rId35" Type="http://schemas.openxmlformats.org/officeDocument/2006/relationships/customXml" Target="../ink/ink90.xml"/><Relationship Id="rId8" Type="http://schemas.openxmlformats.org/officeDocument/2006/relationships/image" Target="../media/image82.png"/><Relationship Id="rId3" Type="http://schemas.openxmlformats.org/officeDocument/2006/relationships/customXml" Target="../ink/ink74.xml"/><Relationship Id="rId12" Type="http://schemas.openxmlformats.org/officeDocument/2006/relationships/image" Target="../media/image84.png"/><Relationship Id="rId17" Type="http://schemas.openxmlformats.org/officeDocument/2006/relationships/customXml" Target="../ink/ink81.xml"/><Relationship Id="rId25" Type="http://schemas.openxmlformats.org/officeDocument/2006/relationships/customXml" Target="../ink/ink85.xml"/><Relationship Id="rId33" Type="http://schemas.openxmlformats.org/officeDocument/2006/relationships/customXml" Target="../ink/ink89.xml"/><Relationship Id="rId38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629256"/>
              </p:ext>
            </p:extLst>
          </p:nvPr>
        </p:nvGraphicFramePr>
        <p:xfrm>
          <a:off x="531018" y="5181600"/>
          <a:ext cx="5411787" cy="257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Document" r:id="rId3" imgW="5483860" imgH="2632489" progId="Word.Document.8">
                  <p:embed/>
                </p:oleObj>
              </mc:Choice>
              <mc:Fallback>
                <p:oleObj name="Document" r:id="rId3" imgW="5483860" imgH="263248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" y="5181600"/>
                        <a:ext cx="5411787" cy="257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FA9CF0-B467-43DC-8E05-791F4B2E050D}"/>
              </a:ext>
            </a:extLst>
          </p:cNvPr>
          <p:cNvSpPr txBox="1"/>
          <p:nvPr/>
        </p:nvSpPr>
        <p:spPr>
          <a:xfrm>
            <a:off x="1996786" y="5350453"/>
            <a:ext cx="4520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dirty="0"/>
              <a:t>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D6D6F-B55E-4B13-BC61-70700CBE6388}"/>
              </a:ext>
            </a:extLst>
          </p:cNvPr>
          <p:cNvSpPr txBox="1"/>
          <p:nvPr/>
        </p:nvSpPr>
        <p:spPr>
          <a:xfrm>
            <a:off x="1996786" y="5611668"/>
            <a:ext cx="4520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dirty="0"/>
              <a:t>{(Alaska, Oregon), (Hawaii, Alaska), (Hawaii, Texas), (Texas, Hawaii), (Hawaii, 	California), (Hawaii, New York), (Texas, Vermont), (Vermont, California), 	(Vermont, Alaska)}</a:t>
            </a:r>
            <a:endParaRPr lang="en-US" sz="120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020FD0D-951E-444C-887F-9BA46FCA59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86" y="2562005"/>
            <a:ext cx="2838277" cy="2527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Alaska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California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Hawaii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New York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Oregon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Texas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Vermont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22338" y="1447800"/>
            <a:ext cx="5478462" cy="2590800"/>
            <a:chOff x="388938" y="6248400"/>
            <a:chExt cx="5478462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38" y="650139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Alaska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California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 err="1"/>
                <a:t>Hawii</a:t>
              </a:r>
              <a:endParaRPr lang="en-US" altLang="en-US" sz="1200" dirty="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New York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Oregon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Texas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200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Vermont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dirty="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891DB5-4D9C-4E8A-A094-50F3BEC39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905747"/>
              </p:ext>
            </p:extLst>
          </p:nvPr>
        </p:nvGraphicFramePr>
        <p:xfrm>
          <a:off x="2133600" y="1657865"/>
          <a:ext cx="4572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67906223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29513276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63889198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47664105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01979005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84266889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81908926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572382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25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074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3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16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449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73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17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61708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966CF9-B837-48BC-A232-BE6C7DDA0ED1}"/>
                  </a:ext>
                </a:extLst>
              </p14:cNvPr>
              <p14:cNvContentPartPr/>
              <p14:nvPr/>
            </p14:nvContentPartPr>
            <p14:xfrm>
              <a:off x="1693424" y="6045905"/>
              <a:ext cx="981720" cy="311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966CF9-B837-48BC-A232-BE6C7DDA0E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4424" y="6036905"/>
                <a:ext cx="999360" cy="329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1A67AF8-818B-4B98-800E-62A891DD8A19}"/>
              </a:ext>
            </a:extLst>
          </p:cNvPr>
          <p:cNvSpPr txBox="1"/>
          <p:nvPr/>
        </p:nvSpPr>
        <p:spPr>
          <a:xfrm>
            <a:off x="2667000" y="597095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Oregon      Null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95DCB26-2332-4BE9-A7A5-CC80C04689B7}"/>
                  </a:ext>
                </a:extLst>
              </p14:cNvPr>
              <p14:cNvContentPartPr/>
              <p14:nvPr/>
            </p14:nvContentPartPr>
            <p14:xfrm>
              <a:off x="3709424" y="6172625"/>
              <a:ext cx="350280" cy="157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95DCB26-2332-4BE9-A7A5-CC80C04689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00424" y="6163985"/>
                <a:ext cx="3679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DB715E0-85CD-4618-86A4-B18DE48AC4EE}"/>
                  </a:ext>
                </a:extLst>
              </p14:cNvPr>
              <p14:cNvContentPartPr/>
              <p14:nvPr/>
            </p14:nvContentPartPr>
            <p14:xfrm>
              <a:off x="1807544" y="6454865"/>
              <a:ext cx="731160" cy="182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DB715E0-85CD-4618-86A4-B18DE48AC4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8904" y="6446225"/>
                <a:ext cx="748800" cy="2001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1CD17FE-EE1C-4A83-BA80-E0A3623B33C6}"/>
              </a:ext>
            </a:extLst>
          </p:cNvPr>
          <p:cNvSpPr txBox="1"/>
          <p:nvPr/>
        </p:nvSpPr>
        <p:spPr>
          <a:xfrm>
            <a:off x="2667000" y="63716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F6E1555-3E7D-4798-9B1B-E3A79D836DC0}"/>
                  </a:ext>
                </a:extLst>
              </p14:cNvPr>
              <p14:cNvContentPartPr/>
              <p14:nvPr/>
            </p14:nvContentPartPr>
            <p14:xfrm>
              <a:off x="1558424" y="6788585"/>
              <a:ext cx="981360" cy="244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F6E1555-3E7D-4798-9B1B-E3A79D836D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9424" y="6779945"/>
                <a:ext cx="999000" cy="2617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3A97E65-59E7-4FD0-95C3-F135CC987BBC}"/>
              </a:ext>
            </a:extLst>
          </p:cNvPr>
          <p:cNvSpPr txBox="1"/>
          <p:nvPr/>
        </p:nvSpPr>
        <p:spPr>
          <a:xfrm>
            <a:off x="2556022" y="6679792"/>
            <a:ext cx="4166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Texas      </a:t>
            </a:r>
            <a:r>
              <a:rPr lang="en-US" sz="1400" dirty="0" err="1"/>
              <a:t>Vermont</a:t>
            </a:r>
            <a:r>
              <a:rPr lang="en-US" sz="1400" dirty="0" err="1">
                <a:sym typeface="Wingdings" panose="05000000000000000000" pitchFamily="2" charset="2"/>
              </a:rPr>
              <a:t>California</a:t>
            </a:r>
            <a:r>
              <a:rPr lang="en-US" sz="1400" dirty="0">
                <a:sym typeface="Wingdings" panose="05000000000000000000" pitchFamily="2" charset="2"/>
              </a:rPr>
              <a:t> Null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1A940AB-EC1E-460D-B24F-EC091D5E7E88}"/>
                  </a:ext>
                </a:extLst>
              </p14:cNvPr>
              <p14:cNvContentPartPr/>
              <p14:nvPr/>
            </p14:nvContentPartPr>
            <p14:xfrm>
              <a:off x="3355904" y="6851225"/>
              <a:ext cx="385200" cy="191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1A940AB-EC1E-460D-B24F-EC091D5E7E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46904" y="6842585"/>
                <a:ext cx="4028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9C02B14-60FB-4E28-B7BF-025D63F581D3}"/>
                  </a:ext>
                </a:extLst>
              </p14:cNvPr>
              <p14:cNvContentPartPr/>
              <p14:nvPr/>
            </p14:nvContentPartPr>
            <p14:xfrm>
              <a:off x="1838864" y="7218785"/>
              <a:ext cx="724680" cy="122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9C02B14-60FB-4E28-B7BF-025D63F581D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29864" y="7209785"/>
                <a:ext cx="74232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F4F537DB-F744-4A72-8A61-F1274C60EA30}"/>
              </a:ext>
            </a:extLst>
          </p:cNvPr>
          <p:cNvGrpSpPr/>
          <p:nvPr/>
        </p:nvGrpSpPr>
        <p:grpSpPr>
          <a:xfrm>
            <a:off x="1527104" y="7638185"/>
            <a:ext cx="924120" cy="113400"/>
            <a:chOff x="1527104" y="7638185"/>
            <a:chExt cx="92412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FCF332-8ADB-4F40-A3C2-5B72939BAEF3}"/>
                    </a:ext>
                  </a:extLst>
                </p14:cNvPr>
                <p14:cNvContentPartPr/>
                <p14:nvPr/>
              </p14:nvContentPartPr>
              <p14:xfrm>
                <a:off x="1527104" y="7724225"/>
                <a:ext cx="40680" cy="2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FCF332-8ADB-4F40-A3C2-5B72939BAE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18464" y="7715585"/>
                  <a:ext cx="58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D7D38B-DB25-42A4-8C27-ED1F0DE6102E}"/>
                    </a:ext>
                  </a:extLst>
                </p14:cNvPr>
                <p14:cNvContentPartPr/>
                <p14:nvPr/>
              </p14:nvContentPartPr>
              <p14:xfrm>
                <a:off x="1578944" y="7638185"/>
                <a:ext cx="872280" cy="10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D7D38B-DB25-42A4-8C27-ED1F0DE610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70304" y="7629545"/>
                  <a:ext cx="88992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BE42906-5FA9-41BA-AB9C-663BC9B31BFF}"/>
                  </a:ext>
                </a:extLst>
              </p14:cNvPr>
              <p14:cNvContentPartPr/>
              <p14:nvPr/>
            </p14:nvContentPartPr>
            <p14:xfrm>
              <a:off x="1599824" y="8002865"/>
              <a:ext cx="873000" cy="122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BE42906-5FA9-41BA-AB9C-663BC9B31BF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91184" y="7994225"/>
                <a:ext cx="8906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DA39415-9AF5-4648-AF49-16E4FBB4BF39}"/>
                  </a:ext>
                </a:extLst>
              </p14:cNvPr>
              <p14:cNvContentPartPr/>
              <p14:nvPr/>
            </p14:nvContentPartPr>
            <p14:xfrm>
              <a:off x="1745264" y="8304185"/>
              <a:ext cx="845280" cy="1731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DA39415-9AF5-4648-AF49-16E4FBB4BF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36264" y="8295545"/>
                <a:ext cx="862920" cy="1908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AEC2F9D-1C62-4CD9-87CE-5B77A7929117}"/>
              </a:ext>
            </a:extLst>
          </p:cNvPr>
          <p:cNvSpPr txBox="1"/>
          <p:nvPr/>
        </p:nvSpPr>
        <p:spPr>
          <a:xfrm>
            <a:off x="2590544" y="7032665"/>
            <a:ext cx="327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4A7802-658B-47F9-B497-4E38A0BD8C2D}"/>
              </a:ext>
            </a:extLst>
          </p:cNvPr>
          <p:cNvSpPr txBox="1"/>
          <p:nvPr/>
        </p:nvSpPr>
        <p:spPr>
          <a:xfrm>
            <a:off x="2534880" y="7460560"/>
            <a:ext cx="3256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</a:t>
            </a:r>
          </a:p>
          <a:p>
            <a:r>
              <a:rPr lang="en-US" sz="1600" dirty="0" err="1"/>
              <a:t>Hawaii</a:t>
            </a:r>
            <a:r>
              <a:rPr lang="en-US" sz="1600" dirty="0" err="1">
                <a:sym typeface="Wingdings" panose="05000000000000000000" pitchFamily="2" charset="2"/>
              </a:rPr>
              <a:t>AlaskaOregonNull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D05748-0D04-4318-88B3-A95A4CE96BAB}"/>
              </a:ext>
            </a:extLst>
          </p:cNvPr>
          <p:cNvSpPr txBox="1"/>
          <p:nvPr/>
        </p:nvSpPr>
        <p:spPr>
          <a:xfrm>
            <a:off x="2667000" y="8168446"/>
            <a:ext cx="327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Alaska</a:t>
            </a:r>
            <a:r>
              <a:rPr lang="en-US" dirty="0" err="1">
                <a:sym typeface="Wingdings" panose="05000000000000000000" pitchFamily="2" charset="2"/>
              </a:rPr>
              <a:t>OregonNull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0534"/>
            <a:ext cx="570425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highlight>
                  <a:srgbClr val="FFFF00"/>
                </a:highlight>
              </a:rPr>
              <a:t>	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dirty="0">
                <a:highlight>
                  <a:srgbClr val="FFFF00"/>
                </a:highlight>
              </a:rPr>
              <a:t>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5.  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66720-A317-4B20-9D2A-417624B29EA5}"/>
              </a:ext>
            </a:extLst>
          </p:cNvPr>
          <p:cNvSpPr txBox="1"/>
          <p:nvPr/>
        </p:nvSpPr>
        <p:spPr>
          <a:xfrm>
            <a:off x="647700" y="4572000"/>
            <a:ext cx="5562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ym typeface="Wingdings" panose="05000000000000000000" pitchFamily="2" charset="2"/>
              </a:rPr>
              <a:t>AtlantaWashington</a:t>
            </a: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 err="1">
                <a:sym typeface="Wingdings" panose="05000000000000000000" pitchFamily="2" charset="2"/>
              </a:rPr>
              <a:t>AtlantaHouston</a:t>
            </a: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 err="1">
                <a:sym typeface="Wingdings" panose="05000000000000000000" pitchFamily="2" charset="2"/>
              </a:rPr>
              <a:t>AtlantaWashingtonDallas</a:t>
            </a: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 err="1">
                <a:sym typeface="Wingdings" panose="05000000000000000000" pitchFamily="2" charset="2"/>
              </a:rPr>
              <a:t>AtlantaWashingtonDallasAustin</a:t>
            </a: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 err="1">
                <a:sym typeface="Wingdings" panose="05000000000000000000" pitchFamily="2" charset="2"/>
              </a:rPr>
              <a:t>AtlantaWashingtonDallasChicago</a:t>
            </a: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 err="1">
                <a:sym typeface="Wingdings" panose="05000000000000000000" pitchFamily="2" charset="2"/>
              </a:rPr>
              <a:t>AtlantaWashingtonDallasDenver</a:t>
            </a:r>
            <a:endParaRPr lang="en-US" sz="14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EA1CAB-F00C-43F0-8EA3-06D42C9BF763}"/>
                  </a:ext>
                </a:extLst>
              </p14:cNvPr>
              <p14:cNvContentPartPr/>
              <p14:nvPr/>
            </p14:nvContentPartPr>
            <p14:xfrm>
              <a:off x="891180" y="1973995"/>
              <a:ext cx="116640" cy="141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EA1CAB-F00C-43F0-8EA3-06D42C9BF7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180" y="1964995"/>
                <a:ext cx="134280" cy="14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7375BD-C161-445A-8EBC-41176750D315}"/>
                  </a:ext>
                </a:extLst>
              </p14:cNvPr>
              <p14:cNvContentPartPr/>
              <p14:nvPr/>
            </p14:nvContentPartPr>
            <p14:xfrm>
              <a:off x="1142460" y="2565475"/>
              <a:ext cx="928800" cy="686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7375BD-C161-445A-8EBC-41176750D3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3820" y="2556835"/>
                <a:ext cx="946440" cy="7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32B91E-00E5-4EA6-8189-7A29A0FD1FBC}"/>
                  </a:ext>
                </a:extLst>
              </p14:cNvPr>
              <p14:cNvContentPartPr/>
              <p14:nvPr/>
            </p14:nvContentPartPr>
            <p14:xfrm>
              <a:off x="2077740" y="2576635"/>
              <a:ext cx="360" cy="756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32B91E-00E5-4EA6-8189-7A29A0FD1F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68740" y="2567995"/>
                <a:ext cx="18000" cy="77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55BF0B8-DC98-4114-A453-36B84B8135C0}"/>
              </a:ext>
            </a:extLst>
          </p:cNvPr>
          <p:cNvGrpSpPr/>
          <p:nvPr/>
        </p:nvGrpSpPr>
        <p:grpSpPr>
          <a:xfrm>
            <a:off x="175140" y="2253715"/>
            <a:ext cx="543240" cy="249480"/>
            <a:chOff x="175140" y="2253715"/>
            <a:chExt cx="54324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C0FF05-9F31-4DAE-B057-EC1BC68145E9}"/>
                    </a:ext>
                  </a:extLst>
                </p14:cNvPr>
                <p14:cNvContentPartPr/>
                <p14:nvPr/>
              </p14:nvContentPartPr>
              <p14:xfrm>
                <a:off x="175140" y="2253715"/>
                <a:ext cx="115920" cy="209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C0FF05-9F31-4DAE-B057-EC1BC68145E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6500" y="2245075"/>
                  <a:ext cx="133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08E527-114F-4EA1-9E0E-1E849047812D}"/>
                    </a:ext>
                  </a:extLst>
                </p14:cNvPr>
                <p14:cNvContentPartPr/>
                <p14:nvPr/>
              </p14:nvContentPartPr>
              <p14:xfrm>
                <a:off x="362700" y="2254435"/>
                <a:ext cx="22320" cy="206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08E527-114F-4EA1-9E0E-1E84904781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4060" y="2245435"/>
                  <a:ext cx="39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E191EE-D682-481C-94A1-06E0B6440079}"/>
                    </a:ext>
                  </a:extLst>
                </p14:cNvPr>
                <p14:cNvContentPartPr/>
                <p14:nvPr/>
              </p14:nvContentPartPr>
              <p14:xfrm>
                <a:off x="321660" y="2347675"/>
                <a:ext cx="93600" cy="10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E191EE-D682-481C-94A1-06E0B644007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3020" y="2339035"/>
                  <a:ext cx="111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82E4DE-CCC5-4679-92C2-5B867B58BF63}"/>
                    </a:ext>
                  </a:extLst>
                </p14:cNvPr>
                <p14:cNvContentPartPr/>
                <p14:nvPr/>
              </p14:nvContentPartPr>
              <p14:xfrm>
                <a:off x="484740" y="2346955"/>
                <a:ext cx="82800" cy="11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82E4DE-CCC5-4679-92C2-5B867B58BF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6100" y="2338315"/>
                  <a:ext cx="100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8B9E42-56B4-4622-B82B-98A0E77AC49E}"/>
                    </a:ext>
                  </a:extLst>
                </p14:cNvPr>
                <p14:cNvContentPartPr/>
                <p14:nvPr/>
              </p14:nvContentPartPr>
              <p14:xfrm>
                <a:off x="591660" y="2308435"/>
                <a:ext cx="64800" cy="140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8B9E42-56B4-4622-B82B-98A0E77AC4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3020" y="2299795"/>
                  <a:ext cx="82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9DE887-D1AF-4B74-918F-EDFF68807A70}"/>
                    </a:ext>
                  </a:extLst>
                </p14:cNvPr>
                <p14:cNvContentPartPr/>
                <p14:nvPr/>
              </p14:nvContentPartPr>
              <p14:xfrm>
                <a:off x="706140" y="2285755"/>
                <a:ext cx="12240" cy="217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9DE887-D1AF-4B74-918F-EDFF68807A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7500" y="2276755"/>
                  <a:ext cx="2988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86AB566-D888-40DC-9718-9D9C652A2027}"/>
              </a:ext>
            </a:extLst>
          </p:cNvPr>
          <p:cNvGrpSpPr/>
          <p:nvPr/>
        </p:nvGrpSpPr>
        <p:grpSpPr>
          <a:xfrm>
            <a:off x="1244340" y="1930795"/>
            <a:ext cx="2827080" cy="1361520"/>
            <a:chOff x="1244340" y="1930795"/>
            <a:chExt cx="2827080" cy="136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CBB52C-4352-4E59-886D-74013FBF36C7}"/>
                    </a:ext>
                  </a:extLst>
                </p14:cNvPr>
                <p14:cNvContentPartPr/>
                <p14:nvPr/>
              </p14:nvContentPartPr>
              <p14:xfrm>
                <a:off x="2088180" y="1934035"/>
                <a:ext cx="1008720" cy="653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CBB52C-4352-4E59-886D-74013FBF36C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79540" y="1925035"/>
                  <a:ext cx="102636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C1B338A-B90F-42CC-8A5A-F0533D715FFC}"/>
                    </a:ext>
                  </a:extLst>
                </p14:cNvPr>
                <p14:cNvContentPartPr/>
                <p14:nvPr/>
              </p14:nvContentPartPr>
              <p14:xfrm>
                <a:off x="3042180" y="2004955"/>
                <a:ext cx="85680" cy="1287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C1B338A-B90F-42CC-8A5A-F0533D715F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33180" y="1995955"/>
                  <a:ext cx="103320" cy="13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4DF6A4B-26E2-4732-8A00-B221AA5FF115}"/>
                    </a:ext>
                  </a:extLst>
                </p14:cNvPr>
                <p14:cNvContentPartPr/>
                <p14:nvPr/>
              </p14:nvContentPartPr>
              <p14:xfrm>
                <a:off x="1244340" y="2680315"/>
                <a:ext cx="108360" cy="273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DF6A4B-26E2-4732-8A00-B221AA5FF11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35340" y="2671675"/>
                  <a:ext cx="126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5A2892-0E8E-4B01-973C-66CB1EFC3EAB}"/>
                    </a:ext>
                  </a:extLst>
                </p14:cNvPr>
                <p14:cNvContentPartPr/>
                <p14:nvPr/>
              </p14:nvContentPartPr>
              <p14:xfrm>
                <a:off x="1402380" y="2732155"/>
                <a:ext cx="25200" cy="192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5A2892-0E8E-4B01-973C-66CB1EFC3EA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93740" y="2723515"/>
                  <a:ext cx="42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3F0553-3D15-4CBD-8DF2-50B58D9CD09F}"/>
                    </a:ext>
                  </a:extLst>
                </p14:cNvPr>
                <p14:cNvContentPartPr/>
                <p14:nvPr/>
              </p14:nvContentPartPr>
              <p14:xfrm>
                <a:off x="1402380" y="2790835"/>
                <a:ext cx="72000" cy="35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3F0553-3D15-4CBD-8DF2-50B58D9CD0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93740" y="2782195"/>
                  <a:ext cx="89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52AA205-BC9F-4726-A051-A8AE0486C7BF}"/>
                    </a:ext>
                  </a:extLst>
                </p14:cNvPr>
                <p14:cNvContentPartPr/>
                <p14:nvPr/>
              </p14:nvContentPartPr>
              <p14:xfrm>
                <a:off x="1485540" y="2704435"/>
                <a:ext cx="113040" cy="143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52AA205-BC9F-4726-A051-A8AE0486C7B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76540" y="2695435"/>
                  <a:ext cx="1306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EBEA85F-5418-4122-A514-A94B6ADB83EF}"/>
                    </a:ext>
                  </a:extLst>
                </p14:cNvPr>
                <p14:cNvContentPartPr/>
                <p14:nvPr/>
              </p14:nvContentPartPr>
              <p14:xfrm>
                <a:off x="1588860" y="2617675"/>
                <a:ext cx="55080" cy="216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BEA85F-5418-4122-A514-A94B6ADB83E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80220" y="2609035"/>
                  <a:ext cx="72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615AD0-8181-429B-9AD7-EEA9CA07D377}"/>
                    </a:ext>
                  </a:extLst>
                </p14:cNvPr>
                <p14:cNvContentPartPr/>
                <p14:nvPr/>
              </p14:nvContentPartPr>
              <p14:xfrm>
                <a:off x="1641420" y="2616235"/>
                <a:ext cx="311040" cy="142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615AD0-8181-429B-9AD7-EEA9CA07D37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32420" y="2607235"/>
                  <a:ext cx="328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27727F-1370-474A-BC21-68EF49B8348B}"/>
                    </a:ext>
                  </a:extLst>
                </p14:cNvPr>
                <p14:cNvContentPartPr/>
                <p14:nvPr/>
              </p14:nvContentPartPr>
              <p14:xfrm>
                <a:off x="2151900" y="2015395"/>
                <a:ext cx="196560" cy="261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27727F-1370-474A-BC21-68EF49B8348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42900" y="2006395"/>
                  <a:ext cx="214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84997AF-D7EF-4132-967F-68EE51448FAF}"/>
                    </a:ext>
                  </a:extLst>
                </p14:cNvPr>
                <p14:cNvContentPartPr/>
                <p14:nvPr/>
              </p14:nvContentPartPr>
              <p14:xfrm>
                <a:off x="2393100" y="2046715"/>
                <a:ext cx="28440" cy="179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84997AF-D7EF-4132-967F-68EE51448FA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84460" y="2037715"/>
                  <a:ext cx="46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461CA3-A428-48F0-8148-7ECCF194B371}"/>
                    </a:ext>
                  </a:extLst>
                </p14:cNvPr>
                <p14:cNvContentPartPr/>
                <p14:nvPr/>
              </p14:nvContentPartPr>
              <p14:xfrm>
                <a:off x="2368620" y="2128075"/>
                <a:ext cx="90720" cy="23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461CA3-A428-48F0-8148-7ECCF194B37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59980" y="2119075"/>
                  <a:ext cx="108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AC8060-EC53-42FA-AB96-0A78B41ACE6B}"/>
                    </a:ext>
                  </a:extLst>
                </p14:cNvPr>
                <p14:cNvContentPartPr/>
                <p14:nvPr/>
              </p14:nvContentPartPr>
              <p14:xfrm>
                <a:off x="2462220" y="2032315"/>
                <a:ext cx="104760" cy="151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AC8060-EC53-42FA-AB96-0A78B41ACE6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53220" y="2023675"/>
                  <a:ext cx="122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C6FC3C-B3AC-4EE3-A8B8-F7DB740F6334}"/>
                    </a:ext>
                  </a:extLst>
                </p14:cNvPr>
                <p14:cNvContentPartPr/>
                <p14:nvPr/>
              </p14:nvContentPartPr>
              <p14:xfrm>
                <a:off x="2565540" y="1930795"/>
                <a:ext cx="118800" cy="166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C6FC3C-B3AC-4EE3-A8B8-F7DB740F633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556900" y="1921795"/>
                  <a:ext cx="136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AE79E76-8FA0-4C23-AE69-DDB7F4F4EE0F}"/>
                    </a:ext>
                  </a:extLst>
                </p14:cNvPr>
                <p14:cNvContentPartPr/>
                <p14:nvPr/>
              </p14:nvContentPartPr>
              <p14:xfrm>
                <a:off x="2701260" y="1931155"/>
                <a:ext cx="127080" cy="137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AE79E76-8FA0-4C23-AE69-DDB7F4F4EE0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92620" y="1922155"/>
                  <a:ext cx="144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76BBD5-E602-4B96-89F5-ABD641B03DF3}"/>
                    </a:ext>
                  </a:extLst>
                </p14:cNvPr>
                <p14:cNvContentPartPr/>
                <p14:nvPr/>
              </p14:nvContentPartPr>
              <p14:xfrm>
                <a:off x="2090700" y="2794795"/>
                <a:ext cx="101520" cy="178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76BBD5-E602-4B96-89F5-ABD641B03DF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82060" y="2785795"/>
                  <a:ext cx="119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4BA1853-1F49-41F8-9117-7E46ED3DC5B0}"/>
                    </a:ext>
                  </a:extLst>
                </p14:cNvPr>
                <p14:cNvContentPartPr/>
                <p14:nvPr/>
              </p14:nvContentPartPr>
              <p14:xfrm>
                <a:off x="2264940" y="2805235"/>
                <a:ext cx="360" cy="136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4BA1853-1F49-41F8-9117-7E46ED3DC5B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256300" y="2796595"/>
                  <a:ext cx="180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5FD188-BE13-4406-82DA-47092E39A58E}"/>
                    </a:ext>
                  </a:extLst>
                </p14:cNvPr>
                <p14:cNvContentPartPr/>
                <p14:nvPr/>
              </p14:nvContentPartPr>
              <p14:xfrm>
                <a:off x="2233620" y="2857075"/>
                <a:ext cx="7128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5FD188-BE13-4406-82DA-47092E39A58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24620" y="2848435"/>
                  <a:ext cx="88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D96E1E8-0EC1-4092-90A9-125A0E9CEF51}"/>
                    </a:ext>
                  </a:extLst>
                </p14:cNvPr>
                <p14:cNvContentPartPr/>
                <p14:nvPr/>
              </p14:nvContentPartPr>
              <p14:xfrm>
                <a:off x="2358540" y="2783995"/>
                <a:ext cx="109080" cy="14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D96E1E8-0EC1-4092-90A9-125A0E9CEF5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49540" y="2774995"/>
                  <a:ext cx="126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63E88F9-A709-45F6-9353-3184E3D9DF05}"/>
                    </a:ext>
                  </a:extLst>
                </p14:cNvPr>
                <p14:cNvContentPartPr/>
                <p14:nvPr/>
              </p14:nvContentPartPr>
              <p14:xfrm>
                <a:off x="2523780" y="2754475"/>
                <a:ext cx="82800" cy="156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63E88F9-A709-45F6-9353-3184E3D9DF0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515140" y="2745475"/>
                  <a:ext cx="100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FCB352C-917E-4D45-8582-FD7281B8F504}"/>
                    </a:ext>
                  </a:extLst>
                </p14:cNvPr>
                <p14:cNvContentPartPr/>
                <p14:nvPr/>
              </p14:nvContentPartPr>
              <p14:xfrm>
                <a:off x="2661300" y="2784355"/>
                <a:ext cx="69840" cy="137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FCB352C-917E-4D45-8582-FD7281B8F50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52300" y="2775715"/>
                  <a:ext cx="87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94ADDF3-C310-4C82-A400-00D4DB5E06F2}"/>
                    </a:ext>
                  </a:extLst>
                </p14:cNvPr>
                <p14:cNvContentPartPr/>
                <p14:nvPr/>
              </p14:nvContentPartPr>
              <p14:xfrm>
                <a:off x="2728260" y="2794795"/>
                <a:ext cx="5400" cy="171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94ADDF3-C310-4C82-A400-00D4DB5E06F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19620" y="2785795"/>
                  <a:ext cx="23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60E31F8-E883-45C3-8D98-E9F1983E989E}"/>
                    </a:ext>
                  </a:extLst>
                </p14:cNvPr>
                <p14:cNvContentPartPr/>
                <p14:nvPr/>
              </p14:nvContentPartPr>
              <p14:xfrm>
                <a:off x="3163140" y="2451355"/>
                <a:ext cx="245160" cy="292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60E31F8-E883-45C3-8D98-E9F1983E989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154140" y="2442355"/>
                  <a:ext cx="262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455F0F7-F123-4393-BDDF-18C8E30E8CAA}"/>
                    </a:ext>
                  </a:extLst>
                </p14:cNvPr>
                <p14:cNvContentPartPr/>
                <p14:nvPr/>
              </p14:nvContentPartPr>
              <p14:xfrm>
                <a:off x="3438900" y="2535235"/>
                <a:ext cx="360" cy="214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455F0F7-F123-4393-BDDF-18C8E30E8C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429900" y="2526235"/>
                  <a:ext cx="18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288979E-AB46-49F9-BF31-1798FF259EB1}"/>
                    </a:ext>
                  </a:extLst>
                </p14:cNvPr>
                <p14:cNvContentPartPr/>
                <p14:nvPr/>
              </p14:nvContentPartPr>
              <p14:xfrm>
                <a:off x="3397500" y="2638915"/>
                <a:ext cx="921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288979E-AB46-49F9-BF31-1798FF259EB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88860" y="2629915"/>
                  <a:ext cx="10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8797A6-8F9C-4C27-9390-5D8A469E896B}"/>
                    </a:ext>
                  </a:extLst>
                </p14:cNvPr>
                <p14:cNvContentPartPr/>
                <p14:nvPr/>
              </p14:nvContentPartPr>
              <p14:xfrm>
                <a:off x="3522060" y="2573755"/>
                <a:ext cx="124560" cy="130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8797A6-8F9C-4C27-9390-5D8A469E896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13420" y="2565115"/>
                  <a:ext cx="142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40DB328-A82A-4035-A4AD-20755FF3A3B7}"/>
                    </a:ext>
                  </a:extLst>
                </p14:cNvPr>
                <p14:cNvContentPartPr/>
                <p14:nvPr/>
              </p14:nvContentPartPr>
              <p14:xfrm>
                <a:off x="3657060" y="2429395"/>
                <a:ext cx="210240" cy="268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40DB328-A82A-4035-A4AD-20755FF3A3B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48420" y="2420755"/>
                  <a:ext cx="227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C03A88F-3864-4D50-9913-15FCC663F1C2}"/>
                    </a:ext>
                  </a:extLst>
                </p14:cNvPr>
                <p14:cNvContentPartPr/>
                <p14:nvPr/>
              </p14:nvContentPartPr>
              <p14:xfrm>
                <a:off x="3906180" y="2503555"/>
                <a:ext cx="116640" cy="211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C03A88F-3864-4D50-9913-15FCC663F1C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897180" y="2494915"/>
                  <a:ext cx="134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0084011-9F8A-4654-826A-0FD6DA79EA5F}"/>
                    </a:ext>
                  </a:extLst>
                </p14:cNvPr>
                <p14:cNvContentPartPr/>
                <p14:nvPr/>
              </p14:nvContentPartPr>
              <p14:xfrm>
                <a:off x="3976740" y="2524075"/>
                <a:ext cx="94680" cy="1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0084011-9F8A-4654-826A-0FD6DA79EA5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68100" y="2515075"/>
                  <a:ext cx="112320" cy="29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A143391B-BEE6-4E5F-8749-8CA2DFE2CFFA}"/>
              </a:ext>
            </a:extLst>
          </p:cNvPr>
          <p:cNvGrpSpPr/>
          <p:nvPr/>
        </p:nvGrpSpPr>
        <p:grpSpPr>
          <a:xfrm>
            <a:off x="415980" y="2067235"/>
            <a:ext cx="1750680" cy="1236960"/>
            <a:chOff x="415980" y="2067235"/>
            <a:chExt cx="1750680" cy="12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B11924-18E1-4B80-BACD-ABCDD240B74C}"/>
                    </a:ext>
                  </a:extLst>
                </p14:cNvPr>
                <p14:cNvContentPartPr/>
                <p14:nvPr/>
              </p14:nvContentPartPr>
              <p14:xfrm>
                <a:off x="1329660" y="2728195"/>
                <a:ext cx="837000" cy="576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B11924-18E1-4B80-BACD-ABCDD240B74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20660" y="2719555"/>
                  <a:ext cx="8546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D49DBD-269A-43B6-9ECD-621E9625FEFF}"/>
                    </a:ext>
                  </a:extLst>
                </p14:cNvPr>
                <p14:cNvContentPartPr/>
                <p14:nvPr/>
              </p14:nvContentPartPr>
              <p14:xfrm>
                <a:off x="1353780" y="2836195"/>
                <a:ext cx="111240" cy="169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D49DBD-269A-43B6-9ECD-621E9625FEF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44780" y="2827555"/>
                  <a:ext cx="128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8EE267-F8D5-484C-943C-CBF52003C2D5}"/>
                    </a:ext>
                  </a:extLst>
                </p14:cNvPr>
                <p14:cNvContentPartPr/>
                <p14:nvPr/>
              </p14:nvContentPartPr>
              <p14:xfrm>
                <a:off x="1506060" y="2773915"/>
                <a:ext cx="14040" cy="245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8EE267-F8D5-484C-943C-CBF52003C2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97420" y="2764915"/>
                  <a:ext cx="31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563C71-FABF-4B34-93B1-CA426DFC6C54}"/>
                    </a:ext>
                  </a:extLst>
                </p14:cNvPr>
                <p14:cNvContentPartPr/>
                <p14:nvPr/>
              </p14:nvContentPartPr>
              <p14:xfrm>
                <a:off x="1142460" y="2067235"/>
                <a:ext cx="32400" cy="1194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563C71-FABF-4B34-93B1-CA426DFC6C5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33460" y="2058595"/>
                  <a:ext cx="50040" cy="12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DBAA9C-C4C1-4E04-B66F-68B7ACAC88BB}"/>
                    </a:ext>
                  </a:extLst>
                </p14:cNvPr>
                <p14:cNvContentPartPr/>
                <p14:nvPr/>
              </p14:nvContentPartPr>
              <p14:xfrm>
                <a:off x="415980" y="2462155"/>
                <a:ext cx="374040" cy="366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6DBAA9C-C4C1-4E04-B66F-68B7ACAC88B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6980" y="2453515"/>
                  <a:ext cx="3916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9EC2F00-E7FB-4C27-84E3-50542252D965}"/>
                    </a:ext>
                  </a:extLst>
                </p14:cNvPr>
                <p14:cNvContentPartPr/>
                <p14:nvPr/>
              </p14:nvContentPartPr>
              <p14:xfrm>
                <a:off x="800460" y="2492035"/>
                <a:ext cx="273600" cy="305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9EC2F00-E7FB-4C27-84E3-50542252D9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1460" y="2483035"/>
                  <a:ext cx="29124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5069CA2-94A6-4FFA-9226-07B8D7B2FF62}"/>
              </a:ext>
            </a:extLst>
          </p:cNvPr>
          <p:cNvGrpSpPr/>
          <p:nvPr/>
        </p:nvGrpSpPr>
        <p:grpSpPr>
          <a:xfrm>
            <a:off x="2274660" y="1989475"/>
            <a:ext cx="1558440" cy="1272240"/>
            <a:chOff x="2274660" y="1989475"/>
            <a:chExt cx="1558440" cy="12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73E8A1-5A40-45D5-BDE2-466DA6E15338}"/>
                    </a:ext>
                  </a:extLst>
                </p14:cNvPr>
                <p14:cNvContentPartPr/>
                <p14:nvPr/>
              </p14:nvContentPartPr>
              <p14:xfrm>
                <a:off x="2399940" y="2060395"/>
                <a:ext cx="677880" cy="506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73E8A1-5A40-45D5-BDE2-466DA6E153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91300" y="2051755"/>
                  <a:ext cx="69552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F9D48D-026C-4CC7-A385-7FD70DD77091}"/>
                    </a:ext>
                  </a:extLst>
                </p14:cNvPr>
                <p14:cNvContentPartPr/>
                <p14:nvPr/>
              </p14:nvContentPartPr>
              <p14:xfrm>
                <a:off x="3127500" y="2025835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F9D48D-026C-4CC7-A385-7FD70DD7709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18500" y="20168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6EBD4E-8D5A-4A4D-884B-51FB30E07D06}"/>
                    </a:ext>
                  </a:extLst>
                </p14:cNvPr>
                <p14:cNvContentPartPr/>
                <p14:nvPr/>
              </p14:nvContentPartPr>
              <p14:xfrm>
                <a:off x="3054780" y="1989475"/>
                <a:ext cx="97920" cy="68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6EBD4E-8D5A-4A4D-884B-51FB30E07D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45780" y="1980835"/>
                  <a:ext cx="115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EEBA26-4455-4EDE-9505-5E60A15C1334}"/>
                    </a:ext>
                  </a:extLst>
                </p14:cNvPr>
                <p14:cNvContentPartPr/>
                <p14:nvPr/>
              </p14:nvContentPartPr>
              <p14:xfrm>
                <a:off x="2579220" y="2097835"/>
                <a:ext cx="122400" cy="134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EEBA26-4455-4EDE-9505-5E60A15C133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70580" y="2089195"/>
                  <a:ext cx="140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2679FA-AC28-47C9-B2AA-CA0ECE471EAA}"/>
                    </a:ext>
                  </a:extLst>
                </p14:cNvPr>
                <p14:cNvContentPartPr/>
                <p14:nvPr/>
              </p14:nvContentPartPr>
              <p14:xfrm>
                <a:off x="2732220" y="2108635"/>
                <a:ext cx="196200" cy="105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2679FA-AC28-47C9-B2AA-CA0ECE471EA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23580" y="2099635"/>
                  <a:ext cx="2138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B820D63-F5C5-47FF-83F4-13CA1F2A2AA4}"/>
                    </a:ext>
                  </a:extLst>
                </p14:cNvPr>
                <p14:cNvContentPartPr/>
                <p14:nvPr/>
              </p14:nvContentPartPr>
              <p14:xfrm>
                <a:off x="2274660" y="2805235"/>
                <a:ext cx="22320" cy="45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B820D63-F5C5-47FF-83F4-13CA1F2A2AA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66020" y="2796595"/>
                  <a:ext cx="3996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28845F-6709-49DD-8F93-0CDE30644375}"/>
                    </a:ext>
                  </a:extLst>
                </p14:cNvPr>
                <p14:cNvContentPartPr/>
                <p14:nvPr/>
              </p14:nvContentPartPr>
              <p14:xfrm>
                <a:off x="2389860" y="2940595"/>
                <a:ext cx="114480" cy="210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28845F-6709-49DD-8F93-0CDE3064437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80860" y="2931595"/>
                  <a:ext cx="1321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2240C3-E720-49C1-B937-13CD45274386}"/>
                    </a:ext>
                  </a:extLst>
                </p14:cNvPr>
                <p14:cNvContentPartPr/>
                <p14:nvPr/>
              </p14:nvContentPartPr>
              <p14:xfrm>
                <a:off x="2535300" y="2971555"/>
                <a:ext cx="172440" cy="82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2240C3-E720-49C1-B937-13CD4527438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26300" y="2962555"/>
                  <a:ext cx="190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94D1E36-070C-4497-B1FE-590B89DB7D15}"/>
                    </a:ext>
                  </a:extLst>
                </p14:cNvPr>
                <p14:cNvContentPartPr/>
                <p14:nvPr/>
              </p14:nvContentPartPr>
              <p14:xfrm>
                <a:off x="2659500" y="2971555"/>
                <a:ext cx="25560" cy="172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94D1E36-070C-4497-B1FE-590B89DB7D1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50500" y="2962555"/>
                  <a:ext cx="43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945D3EA-6953-45DF-950E-485441783617}"/>
                    </a:ext>
                  </a:extLst>
                </p14:cNvPr>
                <p14:cNvContentPartPr/>
                <p14:nvPr/>
              </p14:nvContentPartPr>
              <p14:xfrm>
                <a:off x="3262140" y="2098555"/>
                <a:ext cx="21600" cy="1152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945D3EA-6953-45DF-950E-48544178361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53140" y="2089555"/>
                  <a:ext cx="39240" cy="11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A39C7C-9FE4-4DF2-B621-29EDB2266D7C}"/>
                    </a:ext>
                  </a:extLst>
                </p14:cNvPr>
                <p14:cNvContentPartPr/>
                <p14:nvPr/>
              </p14:nvContentPartPr>
              <p14:xfrm>
                <a:off x="3377700" y="2701195"/>
                <a:ext cx="198360" cy="230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A39C7C-9FE4-4DF2-B621-29EDB2266D7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69060" y="2692555"/>
                  <a:ext cx="216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2115937-FA7D-4D14-8832-506FE005B48B}"/>
                    </a:ext>
                  </a:extLst>
                </p14:cNvPr>
                <p14:cNvContentPartPr/>
                <p14:nvPr/>
              </p14:nvContentPartPr>
              <p14:xfrm>
                <a:off x="3636900" y="2680315"/>
                <a:ext cx="173160" cy="189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2115937-FA7D-4D14-8832-506FE005B48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28260" y="2671675"/>
                  <a:ext cx="190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D219629-776D-4C74-9A2A-D2A3BC7FC1E0}"/>
                    </a:ext>
                  </a:extLst>
                </p14:cNvPr>
                <p14:cNvContentPartPr/>
                <p14:nvPr/>
              </p14:nvContentPartPr>
              <p14:xfrm>
                <a:off x="3646980" y="2634595"/>
                <a:ext cx="186120" cy="46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D219629-776D-4C74-9A2A-D2A3BC7FC1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37980" y="2625595"/>
                  <a:ext cx="2037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03BE859-DFC5-4BDD-81E2-41AF35383F89}"/>
              </a:ext>
            </a:extLst>
          </p:cNvPr>
          <p:cNvGrpSpPr/>
          <p:nvPr/>
        </p:nvGrpSpPr>
        <p:grpSpPr>
          <a:xfrm>
            <a:off x="2505060" y="3626035"/>
            <a:ext cx="285840" cy="209880"/>
            <a:chOff x="2505060" y="3626035"/>
            <a:chExt cx="2858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2DE8D71-D60A-4C1C-8885-E3C1B2E09C99}"/>
                    </a:ext>
                  </a:extLst>
                </p14:cNvPr>
                <p14:cNvContentPartPr/>
                <p14:nvPr/>
              </p14:nvContentPartPr>
              <p14:xfrm>
                <a:off x="2505060" y="3626035"/>
                <a:ext cx="91080" cy="209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2DE8D71-D60A-4C1C-8885-E3C1B2E09C9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96060" y="3617395"/>
                  <a:ext cx="108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A84FEA7-4C64-4EC6-A7C6-B1B1BC31B3E8}"/>
                    </a:ext>
                  </a:extLst>
                </p14:cNvPr>
                <p14:cNvContentPartPr/>
                <p14:nvPr/>
              </p14:nvContentPartPr>
              <p14:xfrm>
                <a:off x="2700540" y="3626035"/>
                <a:ext cx="90360" cy="157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A84FEA7-4C64-4EC6-A7C6-B1B1BC31B3E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91900" y="3617395"/>
                  <a:ext cx="1080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B770892-0824-4DAD-9729-84E95763C38B}"/>
              </a:ext>
            </a:extLst>
          </p:cNvPr>
          <p:cNvGrpSpPr/>
          <p:nvPr/>
        </p:nvGrpSpPr>
        <p:grpSpPr>
          <a:xfrm>
            <a:off x="1312380" y="3542875"/>
            <a:ext cx="339840" cy="221040"/>
            <a:chOff x="1312380" y="3542875"/>
            <a:chExt cx="33984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B343609-FBB5-414C-9D5B-0DDA652BB92B}"/>
                    </a:ext>
                  </a:extLst>
                </p14:cNvPr>
                <p14:cNvContentPartPr/>
                <p14:nvPr/>
              </p14:nvContentPartPr>
              <p14:xfrm>
                <a:off x="1312380" y="3584635"/>
                <a:ext cx="163440" cy="179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B343609-FBB5-414C-9D5B-0DDA652BB92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03380" y="3575635"/>
                  <a:ext cx="181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2E0D174-F835-41E0-BEDB-6682644CA638}"/>
                    </a:ext>
                  </a:extLst>
                </p14:cNvPr>
                <p14:cNvContentPartPr/>
                <p14:nvPr/>
              </p14:nvContentPartPr>
              <p14:xfrm>
                <a:off x="1473660" y="3542875"/>
                <a:ext cx="178560" cy="180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2E0D174-F835-41E0-BEDB-6682644CA6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65020" y="3533875"/>
                  <a:ext cx="19620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D24FB22-8B05-4CFB-B803-954407D62B7B}"/>
              </a:ext>
            </a:extLst>
          </p:cNvPr>
          <p:cNvGrpSpPr/>
          <p:nvPr/>
        </p:nvGrpSpPr>
        <p:grpSpPr>
          <a:xfrm>
            <a:off x="2245500" y="1597075"/>
            <a:ext cx="486720" cy="232200"/>
            <a:chOff x="2245500" y="1597075"/>
            <a:chExt cx="48672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8E31288-D3B5-4A13-BA35-EE0CF0692F78}"/>
                    </a:ext>
                  </a:extLst>
                </p14:cNvPr>
                <p14:cNvContentPartPr/>
                <p14:nvPr/>
              </p14:nvContentPartPr>
              <p14:xfrm>
                <a:off x="2245500" y="1599595"/>
                <a:ext cx="92520" cy="229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8E31288-D3B5-4A13-BA35-EE0CF0692F7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36860" y="1590955"/>
                  <a:ext cx="110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01D672C-7E91-4B16-813D-B2068AAEE1B8}"/>
                    </a:ext>
                  </a:extLst>
                </p14:cNvPr>
                <p14:cNvContentPartPr/>
                <p14:nvPr/>
              </p14:nvContentPartPr>
              <p14:xfrm>
                <a:off x="2462220" y="1597075"/>
                <a:ext cx="128160" cy="209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01D672C-7E91-4B16-813D-B2068AAEE1B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53220" y="1588435"/>
                  <a:ext cx="145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C662AC-177E-415C-BC99-46A698543E2D}"/>
                    </a:ext>
                  </a:extLst>
                </p14:cNvPr>
                <p14:cNvContentPartPr/>
                <p14:nvPr/>
              </p14:nvContentPartPr>
              <p14:xfrm>
                <a:off x="2535300" y="1683475"/>
                <a:ext cx="196920" cy="41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C662AC-177E-415C-BC99-46A698543E2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26300" y="1674835"/>
                  <a:ext cx="214560" cy="59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F65FDC9-5A11-4E68-B129-E90563ACE109}"/>
              </a:ext>
            </a:extLst>
          </p:cNvPr>
          <p:cNvGrpSpPr/>
          <p:nvPr/>
        </p:nvGrpSpPr>
        <p:grpSpPr>
          <a:xfrm>
            <a:off x="1661220" y="2004955"/>
            <a:ext cx="2514240" cy="1228680"/>
            <a:chOff x="1661220" y="2004955"/>
            <a:chExt cx="2514240" cy="12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9E28E37-B2FA-4100-A11B-FC2129426288}"/>
                    </a:ext>
                  </a:extLst>
                </p14:cNvPr>
                <p14:cNvContentPartPr/>
                <p14:nvPr/>
              </p14:nvContentPartPr>
              <p14:xfrm>
                <a:off x="1963620" y="2004955"/>
                <a:ext cx="415800" cy="1228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9E28E37-B2FA-4100-A11B-FC212942628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54980" y="1995955"/>
                  <a:ext cx="433440" cy="12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74E91A-EBC5-4AE2-BA3E-A815004A8082}"/>
                    </a:ext>
                  </a:extLst>
                </p14:cNvPr>
                <p14:cNvContentPartPr/>
                <p14:nvPr/>
              </p14:nvContentPartPr>
              <p14:xfrm>
                <a:off x="2472660" y="2004955"/>
                <a:ext cx="1010880" cy="1035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74E91A-EBC5-4AE2-BA3E-A815004A80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64020" y="1995955"/>
                  <a:ext cx="1028520" cy="10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73C5C6-724C-451C-995A-EB163B9C8312}"/>
                    </a:ext>
                  </a:extLst>
                </p14:cNvPr>
                <p14:cNvContentPartPr/>
                <p14:nvPr/>
              </p14:nvContentPartPr>
              <p14:xfrm>
                <a:off x="3729780" y="2960755"/>
                <a:ext cx="445680" cy="104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73C5C6-724C-451C-995A-EB163B9C83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21140" y="2952115"/>
                  <a:ext cx="463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85D7A6-A8B3-4A2A-9D9B-9A25147CE059}"/>
                    </a:ext>
                  </a:extLst>
                </p14:cNvPr>
                <p14:cNvContentPartPr/>
                <p14:nvPr/>
              </p14:nvContentPartPr>
              <p14:xfrm>
                <a:off x="1661220" y="2129155"/>
                <a:ext cx="271440" cy="218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85D7A6-A8B3-4A2A-9D9B-9A25147CE0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52220" y="2120515"/>
                  <a:ext cx="289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799580-A704-46D8-AA5A-A17081672920}"/>
                    </a:ext>
                  </a:extLst>
                </p14:cNvPr>
                <p14:cNvContentPartPr/>
                <p14:nvPr/>
              </p14:nvContentPartPr>
              <p14:xfrm>
                <a:off x="1953180" y="2264875"/>
                <a:ext cx="21240" cy="133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799580-A704-46D8-AA5A-A170816729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44180" y="2256235"/>
                  <a:ext cx="38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D99170-BF2D-4AEE-8E4F-14BA65D32513}"/>
                    </a:ext>
                  </a:extLst>
                </p14:cNvPr>
                <p14:cNvContentPartPr/>
                <p14:nvPr/>
              </p14:nvContentPartPr>
              <p14:xfrm>
                <a:off x="2803140" y="2025835"/>
                <a:ext cx="113400" cy="197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D99170-BF2D-4AEE-8E4F-14BA65D3251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94140" y="2016835"/>
                  <a:ext cx="131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73CD95-2A88-4ADB-80F1-16BEFF8B2144}"/>
                    </a:ext>
                  </a:extLst>
                </p14:cNvPr>
                <p14:cNvContentPartPr/>
                <p14:nvPr/>
              </p14:nvContentPartPr>
              <p14:xfrm>
                <a:off x="3023460" y="2170915"/>
                <a:ext cx="373320" cy="116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73CD95-2A88-4ADB-80F1-16BEFF8B214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14460" y="2161915"/>
                  <a:ext cx="390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612B38-A46E-4DB1-8960-21878049D7AB}"/>
                    </a:ext>
                  </a:extLst>
                </p14:cNvPr>
                <p14:cNvContentPartPr/>
                <p14:nvPr/>
              </p14:nvContentPartPr>
              <p14:xfrm>
                <a:off x="3607380" y="2607955"/>
                <a:ext cx="172440" cy="187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612B38-A46E-4DB1-8960-21878049D7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98380" y="2598955"/>
                  <a:ext cx="190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222E5B-7CC4-47A0-B347-CBCB8E35994A}"/>
                    </a:ext>
                  </a:extLst>
                </p14:cNvPr>
                <p14:cNvContentPartPr/>
                <p14:nvPr/>
              </p14:nvContentPartPr>
              <p14:xfrm>
                <a:off x="3844260" y="2689675"/>
                <a:ext cx="91440" cy="83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222E5B-7CC4-47A0-B347-CBCB8E3599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35260" y="2680675"/>
                  <a:ext cx="10908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5666BDD-261F-4B51-9911-F03FAB38D65D}"/>
              </a:ext>
            </a:extLst>
          </p:cNvPr>
          <p:cNvGrpSpPr/>
          <p:nvPr/>
        </p:nvGrpSpPr>
        <p:grpSpPr>
          <a:xfrm>
            <a:off x="3217860" y="3761395"/>
            <a:ext cx="1094400" cy="1006920"/>
            <a:chOff x="3217860" y="3761395"/>
            <a:chExt cx="1094400" cy="10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268873-AE31-4F0D-8964-4F72113ABD6E}"/>
                    </a:ext>
                  </a:extLst>
                </p14:cNvPr>
                <p14:cNvContentPartPr/>
                <p14:nvPr/>
              </p14:nvContentPartPr>
              <p14:xfrm>
                <a:off x="3217860" y="3761395"/>
                <a:ext cx="1094400" cy="942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268873-AE31-4F0D-8964-4F72113ABD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09220" y="3752395"/>
                  <a:ext cx="111204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092F53-36E6-4CA8-9A0C-B98B7B9EB729}"/>
                    </a:ext>
                  </a:extLst>
                </p14:cNvPr>
                <p14:cNvContentPartPr/>
                <p14:nvPr/>
              </p14:nvContentPartPr>
              <p14:xfrm>
                <a:off x="3775140" y="4540435"/>
                <a:ext cx="152640" cy="210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092F53-36E6-4CA8-9A0C-B98B7B9EB72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66500" y="4531435"/>
                  <a:ext cx="170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482952A-6737-4978-83C6-284B7C0F4E90}"/>
                    </a:ext>
                  </a:extLst>
                </p14:cNvPr>
                <p14:cNvContentPartPr/>
                <p14:nvPr/>
              </p14:nvContentPartPr>
              <p14:xfrm>
                <a:off x="4073580" y="4654555"/>
                <a:ext cx="51480" cy="113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482952A-6737-4978-83C6-284B7C0F4E9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64940" y="4645915"/>
                  <a:ext cx="69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19DDD0-83ED-4184-BAD1-5F14DA1120CB}"/>
                    </a:ext>
                  </a:extLst>
                </p14:cNvPr>
                <p14:cNvContentPartPr/>
                <p14:nvPr/>
              </p14:nvContentPartPr>
              <p14:xfrm>
                <a:off x="4125060" y="4629355"/>
                <a:ext cx="140040" cy="46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19DDD0-83ED-4184-BAD1-5F14DA1120C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16060" y="4620715"/>
                  <a:ext cx="1576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C5C8969-C32D-4360-9BDD-E3DBCF70D1A4}"/>
              </a:ext>
            </a:extLst>
          </p:cNvPr>
          <p:cNvGrpSpPr/>
          <p:nvPr/>
        </p:nvGrpSpPr>
        <p:grpSpPr>
          <a:xfrm>
            <a:off x="4270140" y="3137515"/>
            <a:ext cx="1702080" cy="715680"/>
            <a:chOff x="4270140" y="3137515"/>
            <a:chExt cx="1702080" cy="71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B720AFB-F223-4427-A0A1-B12E48096D2C}"/>
                    </a:ext>
                  </a:extLst>
                </p14:cNvPr>
                <p14:cNvContentPartPr/>
                <p14:nvPr/>
              </p14:nvContentPartPr>
              <p14:xfrm>
                <a:off x="4270140" y="3137515"/>
                <a:ext cx="79200" cy="440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B720AFB-F223-4427-A0A1-B12E48096D2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61500" y="3128875"/>
                  <a:ext cx="968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6A60659-13BC-4271-BB68-A871510F0F55}"/>
                    </a:ext>
                  </a:extLst>
                </p14:cNvPr>
                <p14:cNvContentPartPr/>
                <p14:nvPr/>
              </p14:nvContentPartPr>
              <p14:xfrm>
                <a:off x="4539420" y="3262435"/>
                <a:ext cx="63720" cy="12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6A60659-13BC-4271-BB68-A871510F0F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30780" y="3253435"/>
                  <a:ext cx="81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C9E41CF-D04D-40AA-AA87-0D6048FB51ED}"/>
                    </a:ext>
                  </a:extLst>
                </p14:cNvPr>
                <p14:cNvContentPartPr/>
                <p14:nvPr/>
              </p14:nvContentPartPr>
              <p14:xfrm>
                <a:off x="4623660" y="3345235"/>
                <a:ext cx="57240" cy="4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C9E41CF-D04D-40AA-AA87-0D6048FB51E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15020" y="3336595"/>
                  <a:ext cx="74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95299F-4667-4F44-B829-0747A84882F4}"/>
                    </a:ext>
                  </a:extLst>
                </p14:cNvPr>
                <p14:cNvContentPartPr/>
                <p14:nvPr/>
              </p14:nvContentPartPr>
              <p14:xfrm>
                <a:off x="4685580" y="3345235"/>
                <a:ext cx="48240" cy="8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95299F-4667-4F44-B829-0747A84882F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76940" y="3336595"/>
                  <a:ext cx="65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C1CD38-42CE-4BE0-93C5-D0F9F19528DE}"/>
                    </a:ext>
                  </a:extLst>
                </p14:cNvPr>
                <p14:cNvContentPartPr/>
                <p14:nvPr/>
              </p14:nvContentPartPr>
              <p14:xfrm>
                <a:off x="4446900" y="3190075"/>
                <a:ext cx="1443960" cy="55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C1CD38-42CE-4BE0-93C5-D0F9F19528D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38260" y="3181075"/>
                  <a:ext cx="14616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0E0C49B-AAE1-49A4-9C53-F1990C22CD18}"/>
                    </a:ext>
                  </a:extLst>
                </p14:cNvPr>
                <p14:cNvContentPartPr/>
                <p14:nvPr/>
              </p14:nvContentPartPr>
              <p14:xfrm>
                <a:off x="5560380" y="3501115"/>
                <a:ext cx="164880" cy="250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0E0C49B-AAE1-49A4-9C53-F1990C22CD1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51380" y="3492475"/>
                  <a:ext cx="182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5EEEBFD-72AB-4481-95C0-9418BC7F6748}"/>
                    </a:ext>
                  </a:extLst>
                </p14:cNvPr>
                <p14:cNvContentPartPr/>
                <p14:nvPr/>
              </p14:nvContentPartPr>
              <p14:xfrm>
                <a:off x="5786100" y="3677875"/>
                <a:ext cx="186120" cy="175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EEEBFD-72AB-4481-95C0-9418BC7F674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77460" y="3669235"/>
                  <a:ext cx="203760" cy="192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5B6F98-D3D6-4360-A212-733020DA342B}"/>
              </a:ext>
            </a:extLst>
          </p:cNvPr>
          <p:cNvSpPr txBox="1"/>
          <p:nvPr/>
        </p:nvSpPr>
        <p:spPr>
          <a:xfrm>
            <a:off x="533400" y="4016477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</a:t>
            </a:r>
            <a:r>
              <a:rPr lang="en-US" dirty="0">
                <a:sym typeface="Wingdings" panose="05000000000000000000" pitchFamily="2" charset="2"/>
              </a:rPr>
              <a:t> 1 25768439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B03732-FE8F-4446-8A7C-F785836772F6}"/>
              </a:ext>
            </a:extLst>
          </p:cNvPr>
          <p:cNvSpPr txBox="1"/>
          <p:nvPr/>
        </p:nvSpPr>
        <p:spPr>
          <a:xfrm>
            <a:off x="762000" y="4114800"/>
            <a:ext cx="6019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Start</a:t>
            </a:r>
            <a:r>
              <a:rPr lang="en-US" dirty="0" err="1">
                <a:sym typeface="Wingdings" panose="05000000000000000000" pitchFamily="2" charset="2"/>
              </a:rPr>
              <a:t>Discrete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MathProgramming</a:t>
            </a:r>
            <a:r>
              <a:rPr lang="en-US" dirty="0">
                <a:sym typeface="Wingdings" panose="05000000000000000000" pitchFamily="2" charset="2"/>
              </a:rPr>
              <a:t> 1Programming 2 Computer Organization  Algorithms  High-</a:t>
            </a:r>
            <a:r>
              <a:rPr lang="en-US" dirty="0" err="1">
                <a:sym typeface="Wingdings" panose="05000000000000000000" pitchFamily="2" charset="2"/>
              </a:rPr>
              <a:t>Levl</a:t>
            </a:r>
            <a:r>
              <a:rPr lang="en-US" dirty="0">
                <a:sym typeface="Wingdings" panose="05000000000000000000" pitchFamily="2" charset="2"/>
              </a:rPr>
              <a:t> Lang  Operating Systems  Theory of Computation  Compilers  Senior Seminar  End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659</Words>
  <Application>Microsoft Office PowerPoint</Application>
  <PresentationFormat>On-screen Show (4:3)</PresentationFormat>
  <Paragraphs>138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Default Design</vt:lpstr>
      <vt:lpstr>Microsoft Word 97 - 2003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Kevin Gomes</cp:lastModifiedBy>
  <cp:revision>16</cp:revision>
  <cp:lastPrinted>2018-11-12T14:09:18Z</cp:lastPrinted>
  <dcterms:created xsi:type="dcterms:W3CDTF">2003-11-20T06:12:01Z</dcterms:created>
  <dcterms:modified xsi:type="dcterms:W3CDTF">2021-11-30T05:39:47Z</dcterms:modified>
</cp:coreProperties>
</file>